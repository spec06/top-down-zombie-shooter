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Default Extension="fntdata" ContentType="application/x-fontdata"/>
  <Default Extension="mp4" ContentType="video/mp4"/>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52" r:id="rId1"/>
  </p:sldMasterIdLst>
  <p:notesMasterIdLst>
    <p:notesMasterId r:id="rId10"/>
  </p:notesMasterIdLst>
  <p:sldIdLst>
    <p:sldId id="256" r:id="rId2"/>
    <p:sldId id="262" r:id="rId3"/>
    <p:sldId id="263" r:id="rId4"/>
    <p:sldId id="257" r:id="rId5"/>
    <p:sldId id="261" r:id="rId6"/>
    <p:sldId id="258" r:id="rId7"/>
    <p:sldId id="259" r:id="rId8"/>
    <p:sldId id="260" r:id="rId9"/>
  </p:sldIdLst>
  <p:sldSz cx="12192000" cy="6858000"/>
  <p:notesSz cx="6858000" cy="12192000"/>
  <p:embeddedFontLst>
    <p:embeddedFont>
      <p:font typeface="Gill Sans MT" panose="020B0502020104020203" pitchFamily="34" charset="0"/>
      <p:regular r:id="rId11"/>
      <p:bold r:id="rId12"/>
      <p:italic r:id="rId13"/>
      <p:boldItalic r:id="rId14"/>
    </p:embeddedFont>
    <p:embeddedFont>
      <p:font typeface="Tahoma" panose="020B0604030504040204" pitchFamily="34" charset="0"/>
      <p:regular r:id="rId15"/>
      <p:bold r:id="rId16"/>
    </p:embeddedFont>
  </p:embeddedFontLst>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76" d="100"/>
          <a:sy n="76" d="100"/>
        </p:scale>
        <p:origin x="696" y="7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font" Target="fonts/font3.fntdata"/><Relationship Id="rId18"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font" Target="fonts/font2.fntdata"/><Relationship Id="rId17"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font" Target="fonts/font6.fntdata"/><Relationship Id="rId2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font" Target="fonts/font1.fntdata"/><Relationship Id="rId5" Type="http://schemas.openxmlformats.org/officeDocument/2006/relationships/slide" Target="slides/slide4.xml"/><Relationship Id="rId15" Type="http://schemas.openxmlformats.org/officeDocument/2006/relationships/font" Target="fonts/font5.fntdata"/><Relationship Id="rId10" Type="http://schemas.openxmlformats.org/officeDocument/2006/relationships/notesMaster" Target="notesMasters/notesMaster1.xml"/><Relationship Id="rId19"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font" Target="fonts/font4.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4931604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AF1E55-9557-3DD6-418F-F301A0B66D2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84F8098-5C83-AFDA-48EE-15767D54AF6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7B4D61A-6868-7BF7-3CA3-07F697C9A43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8E7CE66-67AE-3506-5932-7D1B52A10C0A}"/>
              </a:ext>
            </a:extLst>
          </p:cNvPr>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363035029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bg>
      <p:bgPr>
        <a:solidFill>
          <a:schemeClr val="accent2"/>
        </a:solidFill>
        <a:effectLst/>
      </p:bgPr>
    </p:bg>
    <p:spTree>
      <p:nvGrpSpPr>
        <p:cNvPr id="1" name=""/>
        <p:cNvGrpSpPr/>
        <p:nvPr/>
      </p:nvGrpSpPr>
      <p:grpSpPr>
        <a:xfrm>
          <a:off x="0" y="0"/>
          <a:ext cx="0" cy="0"/>
          <a:chOff x="0" y="0"/>
          <a:chExt cx="0" cy="0"/>
        </a:xfrm>
      </p:grpSpPr>
      <p:sp>
        <p:nvSpPr>
          <p:cNvPr id="2" name="Title 1"/>
          <p:cNvSpPr>
            <a:spLocks noGrp="1"/>
          </p:cNvSpPr>
          <p:nvPr>
            <p:ph type="ctrTitle"/>
          </p:nvPr>
        </p:nvSpPr>
        <p:spPr bwMode="blackWhite">
          <a:xfrm>
            <a:off x="1600200" y="2386744"/>
            <a:ext cx="8991600" cy="1645920"/>
          </a:xfrm>
          <a:solidFill>
            <a:srgbClr val="FFFFFF"/>
          </a:solidFill>
          <a:ln w="38100">
            <a:solidFill>
              <a:srgbClr val="404040"/>
            </a:solidFill>
          </a:ln>
        </p:spPr>
        <p:txBody>
          <a:bodyPr lIns="274320" rIns="274320" anchor="ctr" anchorCtr="1">
            <a:normAutofit/>
          </a:bodyPr>
          <a:lstStyle>
            <a:lvl1pPr algn="ctr">
              <a:defRPr sz="3800">
                <a:solidFill>
                  <a:srgbClr val="262626"/>
                </a:solidFill>
              </a:defRPr>
            </a:lvl1pPr>
          </a:lstStyle>
          <a:p>
            <a:r>
              <a:rPr lang="en-US"/>
              <a:t>Click to edit Master title style</a:t>
            </a:r>
            <a:endParaRPr lang="en-US" dirty="0"/>
          </a:p>
        </p:txBody>
      </p:sp>
      <p:sp>
        <p:nvSpPr>
          <p:cNvPr id="3" name="Subtitle 2"/>
          <p:cNvSpPr>
            <a:spLocks noGrp="1"/>
          </p:cNvSpPr>
          <p:nvPr>
            <p:ph type="subTitle" idx="1"/>
          </p:nvPr>
        </p:nvSpPr>
        <p:spPr>
          <a:xfrm>
            <a:off x="2695194" y="4352544"/>
            <a:ext cx="6801612" cy="1239894"/>
          </a:xfrm>
          <a:noFill/>
        </p:spPr>
        <p:txBody>
          <a:bodyPr>
            <a:normAutofit/>
          </a:bodyPr>
          <a:lstStyle>
            <a:lvl1pPr marL="0" indent="0" algn="ctr">
              <a:buNone/>
              <a:defRPr sz="2000">
                <a:solidFill>
                  <a:schemeClr val="tx1">
                    <a:lumMod val="75000"/>
                    <a:lumOff val="25000"/>
                  </a:schemeClr>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7" name="Date Placeholder 6"/>
          <p:cNvSpPr>
            <a:spLocks noGrp="1"/>
          </p:cNvSpPr>
          <p:nvPr>
            <p:ph type="dt" sz="half" idx="10"/>
          </p:nvPr>
        </p:nvSpPr>
        <p:spPr/>
        <p:txBody>
          <a:bodyPr/>
          <a:lstStyle/>
          <a:p>
            <a:fld id="{1160EA64-D806-43AC-9DF2-F8C432F32B4C}" type="datetimeFigureOut">
              <a:rPr lang="en-US" dirty="0"/>
              <a:t>9/15/2026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8A7A6979-0714-4377-B894-6BE4C2D6E202}" type="slidenum">
              <a:rPr lang="en-US" dirty="0"/>
              <a:pPr/>
              <a:t>‹Nr.›</a:t>
            </a:fld>
            <a:endParaRPr lang="en-US" dirty="0"/>
          </a:p>
        </p:txBody>
      </p:sp>
    </p:spTree>
    <p:extLst>
      <p:ext uri="{BB962C8B-B14F-4D97-AF65-F5344CB8AC3E}">
        <p14:creationId xmlns:p14="http://schemas.microsoft.com/office/powerpoint/2010/main" val="3792693818"/>
      </p:ext>
    </p:extLst>
  </p:cSld>
  <p:clrMapOvr>
    <a:overrideClrMapping bg1="dk1" tx1="lt1" bg2="dk2" tx2="lt2" accent1="accent1" accent2="accent2" accent3="accent3" accent4="accent4" accent5="accent5" accent6="accent6" hlink="hlink" folHlink="folHlink"/>
  </p:clrMapOvr>
  <p:hf sldNum="0" hdr="0" ftr="0" dt="0"/>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F070A7B3-6521-4DCA-87E5-044747A908C1}" type="datetimeFigureOut">
              <a:rPr lang="en-US" dirty="0"/>
              <a:t>9/15/2026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8A7A6979-0714-4377-B894-6BE4C2D6E202}" type="slidenum">
              <a:rPr lang="en-US" dirty="0"/>
              <a:pPr/>
              <a:t>‹Nr.›</a:t>
            </a:fld>
            <a:endParaRPr lang="en-US" dirty="0"/>
          </a:p>
        </p:txBody>
      </p:sp>
    </p:spTree>
    <p:extLst>
      <p:ext uri="{BB962C8B-B14F-4D97-AF65-F5344CB8AC3E}">
        <p14:creationId xmlns:p14="http://schemas.microsoft.com/office/powerpoint/2010/main" val="3434321932"/>
      </p:ext>
    </p:extLst>
  </p:cSld>
  <p:clrMapOvr>
    <a:masterClrMapping/>
  </p:clrMapOvr>
  <p:hf sldNum="0" hdr="0" ftr="0" dt="0"/>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bg>
      <p:bgPr>
        <a:solidFill>
          <a:schemeClr val="accent1"/>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bwMode="blackWhite">
          <a:xfrm>
            <a:off x="1600200" y="2386744"/>
            <a:ext cx="8991600" cy="1645920"/>
          </a:xfrm>
          <a:solidFill>
            <a:srgbClr val="FFFFFF"/>
          </a:solidFill>
          <a:ln w="38100">
            <a:solidFill>
              <a:srgbClr val="404040"/>
            </a:solidFill>
          </a:ln>
        </p:spPr>
        <p:txBody>
          <a:bodyPr lIns="274320" rIns="274320" anchor="ctr" anchorCtr="1">
            <a:normAutofit/>
          </a:bodyPr>
          <a:lstStyle>
            <a:lvl1pPr>
              <a:defRPr sz="3800">
                <a:solidFill>
                  <a:srgbClr val="262626"/>
                </a:solidFill>
              </a:defRPr>
            </a:lvl1pPr>
          </a:lstStyle>
          <a:p>
            <a:r>
              <a:rPr lang="en-US"/>
              <a:t>Click to edit Master title style</a:t>
            </a:r>
            <a:endParaRPr lang="en-US" dirty="0"/>
          </a:p>
        </p:txBody>
      </p:sp>
      <p:sp>
        <p:nvSpPr>
          <p:cNvPr id="3" name="Text Placeholder 2"/>
          <p:cNvSpPr>
            <a:spLocks noGrp="1"/>
          </p:cNvSpPr>
          <p:nvPr>
            <p:ph type="body" idx="1"/>
          </p:nvPr>
        </p:nvSpPr>
        <p:spPr>
          <a:xfrm>
            <a:off x="2695194" y="4352465"/>
            <a:ext cx="6801612" cy="1265082"/>
          </a:xfrm>
        </p:spPr>
        <p:txBody>
          <a:bodyPr anchor="t" anchorCtr="1">
            <a:normAutofit/>
          </a:bodyPr>
          <a:lstStyle>
            <a:lvl1pPr marL="0" indent="0">
              <a:buNone/>
              <a:defRPr sz="2000">
                <a:solidFill>
                  <a:schemeClr val="tx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7" name="Date Placeholder 6"/>
          <p:cNvSpPr>
            <a:spLocks noGrp="1"/>
          </p:cNvSpPr>
          <p:nvPr>
            <p:ph type="dt" sz="half" idx="10"/>
          </p:nvPr>
        </p:nvSpPr>
        <p:spPr/>
        <p:txBody>
          <a:bodyPr/>
          <a:lstStyle/>
          <a:p>
            <a:fld id="{1160EA64-D806-43AC-9DF2-F8C432F32B4C}" type="datetimeFigureOut">
              <a:rPr lang="en-US" dirty="0"/>
              <a:t>9/15/2026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8A7A6979-0714-4377-B894-6BE4C2D6E202}" type="slidenum">
              <a:rPr lang="en-US" dirty="0"/>
              <a:pPr/>
              <a:t>‹Nr.›</a:t>
            </a:fld>
            <a:endParaRPr lang="en-US" dirty="0"/>
          </a:p>
        </p:txBody>
      </p:sp>
    </p:spTree>
    <p:extLst>
      <p:ext uri="{BB962C8B-B14F-4D97-AF65-F5344CB8AC3E}">
        <p14:creationId xmlns:p14="http://schemas.microsoft.com/office/powerpoint/2010/main" val="1286701180"/>
      </p:ext>
    </p:extLst>
  </p:cSld>
  <p:clrMapOvr>
    <a:overrideClrMapping bg1="dk1" tx1="lt1" bg2="dk2" tx2="lt2" accent1="accent1" accent2="accent2" accent3="accent3" accent4="accent4" accent5="accent5" accent6="accent6" hlink="hlink" folHlink="folHlink"/>
  </p:clrMapOvr>
  <p:hf sldNum="0" hdr="0" ftr="0" dt="0"/>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1581912" y="2638044"/>
            <a:ext cx="4271771" cy="310198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338315" y="2638044"/>
            <a:ext cx="4270247" cy="310198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Date Placeholder 7"/>
          <p:cNvSpPr>
            <a:spLocks noGrp="1"/>
          </p:cNvSpPr>
          <p:nvPr>
            <p:ph type="dt" sz="half" idx="10"/>
          </p:nvPr>
        </p:nvSpPr>
        <p:spPr/>
        <p:txBody>
          <a:bodyPr/>
          <a:lstStyle/>
          <a:p>
            <a:fld id="{AB134690-1557-4C89-A502-4959FE7FAD70}" type="datetimeFigureOut">
              <a:rPr lang="en-US" dirty="0"/>
              <a:t>9/15/2026</a:t>
            </a:fld>
            <a:endParaRPr lang="en-US" dirty="0"/>
          </a:p>
        </p:txBody>
      </p:sp>
      <p:sp>
        <p:nvSpPr>
          <p:cNvPr id="9" name="Footer Placeholder 8"/>
          <p:cNvSpPr>
            <a:spLocks noGrp="1"/>
          </p:cNvSpPr>
          <p:nvPr>
            <p:ph type="ftr" sz="quarter" idx="11"/>
          </p:nvPr>
        </p:nvSpPr>
        <p:spPr/>
        <p:txBody>
          <a:bodyPr/>
          <a:lstStyle/>
          <a:p>
            <a:endParaRPr lang="en-US" dirty="0"/>
          </a:p>
        </p:txBody>
      </p:sp>
      <p:sp>
        <p:nvSpPr>
          <p:cNvPr id="10" name="Slide Number Placeholder 9"/>
          <p:cNvSpPr>
            <a:spLocks noGrp="1"/>
          </p:cNvSpPr>
          <p:nvPr>
            <p:ph type="sldNum" sz="quarter" idx="12"/>
          </p:nvPr>
        </p:nvSpPr>
        <p:spPr/>
        <p:txBody>
          <a:bodyPr/>
          <a:lstStyle/>
          <a:p>
            <a:fld id="{8A7A6979-0714-4377-B894-6BE4C2D6E202}" type="slidenum">
              <a:rPr lang="en-US" dirty="0"/>
              <a:t>‹Nr.›</a:t>
            </a:fld>
            <a:endParaRPr lang="en-US" dirty="0"/>
          </a:p>
        </p:txBody>
      </p:sp>
    </p:spTree>
    <p:extLst>
      <p:ext uri="{BB962C8B-B14F-4D97-AF65-F5344CB8AC3E}">
        <p14:creationId xmlns:p14="http://schemas.microsoft.com/office/powerpoint/2010/main" val="2116154858"/>
      </p:ext>
    </p:extLst>
  </p:cSld>
  <p:clrMapOvr>
    <a:masterClrMapping/>
  </p:clrMapOvr>
  <p:hf sldNum="0" hdr="0" ftr="0" dt="0"/>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3" name="Text Placeholder 2"/>
          <p:cNvSpPr>
            <a:spLocks noGrp="1"/>
          </p:cNvSpPr>
          <p:nvPr>
            <p:ph type="body" idx="1"/>
          </p:nvPr>
        </p:nvSpPr>
        <p:spPr>
          <a:xfrm>
            <a:off x="1583436" y="2313433"/>
            <a:ext cx="4270248" cy="704087"/>
          </a:xfrm>
        </p:spPr>
        <p:txBody>
          <a:bodyPr anchor="b" anchorCtr="1">
            <a:normAutofit/>
          </a:bodyPr>
          <a:lstStyle>
            <a:lvl1pPr marL="0" indent="0" algn="ctr">
              <a:buNone/>
              <a:defRPr sz="1900" b="0" cap="all" spc="100" baseline="0">
                <a:solidFill>
                  <a:schemeClr val="accent2">
                    <a:lumMod val="75000"/>
                  </a:schemeClr>
                </a:solidFill>
              </a:defRPr>
            </a:lvl1pPr>
            <a:lvl2pPr marL="457200" indent="0">
              <a:buNone/>
              <a:defRPr sz="19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583436" y="3143250"/>
            <a:ext cx="4270248" cy="259677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Content Placeholder 5"/>
          <p:cNvSpPr>
            <a:spLocks noGrp="1"/>
          </p:cNvSpPr>
          <p:nvPr>
            <p:ph sz="quarter" idx="4"/>
          </p:nvPr>
        </p:nvSpPr>
        <p:spPr>
          <a:xfrm>
            <a:off x="6338316" y="3143250"/>
            <a:ext cx="4253484" cy="2596776"/>
          </a:xfrm>
        </p:spPr>
        <p:txBody>
          <a:bodyPr/>
          <a:lstStyle>
            <a:lvl5pP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1" name="Text Placeholder 4"/>
          <p:cNvSpPr>
            <a:spLocks noGrp="1"/>
          </p:cNvSpPr>
          <p:nvPr>
            <p:ph type="body" sz="quarter" idx="13"/>
          </p:nvPr>
        </p:nvSpPr>
        <p:spPr>
          <a:xfrm>
            <a:off x="6338316" y="2313433"/>
            <a:ext cx="4270248" cy="704087"/>
          </a:xfrm>
        </p:spPr>
        <p:txBody>
          <a:bodyPr anchor="b" anchorCtr="1">
            <a:normAutofit/>
          </a:bodyPr>
          <a:lstStyle>
            <a:lvl1pPr marL="0" indent="0" algn="ctr">
              <a:buNone/>
              <a:defRPr sz="1900" b="0" cap="all" spc="100" baseline="0">
                <a:solidFill>
                  <a:schemeClr val="accent2">
                    <a:lumMod val="75000"/>
                  </a:schemeClr>
                </a:solidFill>
              </a:defRPr>
            </a:lvl1pPr>
            <a:lvl2pPr marL="457200" indent="0">
              <a:buNone/>
              <a:defRPr sz="19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7" name="Date Placeholder 6"/>
          <p:cNvSpPr>
            <a:spLocks noGrp="1"/>
          </p:cNvSpPr>
          <p:nvPr>
            <p:ph type="dt" sz="half" idx="10"/>
          </p:nvPr>
        </p:nvSpPr>
        <p:spPr/>
        <p:txBody>
          <a:bodyPr/>
          <a:lstStyle/>
          <a:p>
            <a:fld id="{4F7D4976-E339-4826-83B7-FBD03F55ECF8}" type="datetimeFigureOut">
              <a:rPr lang="en-US" dirty="0"/>
              <a:t>9/15/2026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8A7A6979-0714-4377-B894-6BE4C2D6E202}" type="slidenum">
              <a:rPr lang="en-US" dirty="0"/>
              <a:t>‹Nr.›</a:t>
            </a:fld>
            <a:endParaRPr lang="en-US" dirty="0"/>
          </a:p>
        </p:txBody>
      </p:sp>
      <p:sp>
        <p:nvSpPr>
          <p:cNvPr id="10" name="Title 9"/>
          <p:cNvSpPr>
            <a:spLocks noGrp="1"/>
          </p:cNvSpPr>
          <p:nvPr>
            <p:ph type="title"/>
          </p:nvPr>
        </p:nvSpPr>
        <p:spPr/>
        <p:txBody>
          <a:bodyPr/>
          <a:lstStyle/>
          <a:p>
            <a:r>
              <a:rPr lang="en-US"/>
              <a:t>Click to edit Master title style</a:t>
            </a:r>
            <a:endParaRPr lang="en-US" dirty="0"/>
          </a:p>
        </p:txBody>
      </p:sp>
    </p:spTree>
    <p:extLst>
      <p:ext uri="{BB962C8B-B14F-4D97-AF65-F5344CB8AC3E}">
        <p14:creationId xmlns:p14="http://schemas.microsoft.com/office/powerpoint/2010/main" val="3099865430"/>
      </p:ext>
    </p:extLst>
  </p:cSld>
  <p:clrMapOvr>
    <a:masterClrMapping/>
  </p:clrMapOvr>
  <p:hf sldNum="0" hdr="0" ft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E1037C31-9E7A-4F99-8774-A0E530DE1A42}" type="datetimeFigureOut">
              <a:rPr lang="en-US" dirty="0"/>
              <a:t>9/15/2026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8A7A6979-0714-4377-B894-6BE4C2D6E202}" type="slidenum">
              <a:rPr lang="en-US" dirty="0"/>
              <a:t>‹Nr.›</a:t>
            </a:fld>
            <a:endParaRPr lang="en-US" dirty="0"/>
          </a:p>
        </p:txBody>
      </p:sp>
    </p:spTree>
    <p:extLst>
      <p:ext uri="{BB962C8B-B14F-4D97-AF65-F5344CB8AC3E}">
        <p14:creationId xmlns:p14="http://schemas.microsoft.com/office/powerpoint/2010/main" val="2328238420"/>
      </p:ext>
    </p:extLst>
  </p:cSld>
  <p:clrMapOvr>
    <a:masterClrMapping/>
  </p:clrMapOvr>
  <p:hf sldNum="0" hdr="0" ftr="0" dt="0"/>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C278504F-A551-4DE0-9316-4DCD1D8CC752}" type="datetimeFigureOut">
              <a:rPr lang="en-US" dirty="0"/>
              <a:t>9/15/2026</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8A7A6979-0714-4377-B894-6BE4C2D6E202}" type="slidenum">
              <a:rPr lang="en-US" dirty="0"/>
              <a:t>‹Nr.›</a:t>
            </a:fld>
            <a:endParaRPr lang="en-US" dirty="0"/>
          </a:p>
        </p:txBody>
      </p:sp>
    </p:spTree>
    <p:extLst>
      <p:ext uri="{BB962C8B-B14F-4D97-AF65-F5344CB8AC3E}">
        <p14:creationId xmlns:p14="http://schemas.microsoft.com/office/powerpoint/2010/main" val="4266161470"/>
      </p:ext>
    </p:extLst>
  </p:cSld>
  <p:clrMapOvr>
    <a:masterClrMapping/>
  </p:clrMapOvr>
  <p:hf sldNum="0" hdr="0" ftr="0" dt="0"/>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6" name="Rectangle 25"/>
          <p:cNvSpPr/>
          <p:nvPr/>
        </p:nvSpPr>
        <p:spPr>
          <a:xfrm>
            <a:off x="0" y="0"/>
            <a:ext cx="6096000" cy="6858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bwMode="blackWhite">
          <a:xfrm>
            <a:off x="804672" y="2243828"/>
            <a:ext cx="4486656" cy="1141497"/>
          </a:xfrm>
          <a:solidFill>
            <a:srgbClr val="FFFFFF"/>
          </a:solidFill>
          <a:ln>
            <a:solidFill>
              <a:srgbClr val="404040"/>
            </a:solidFill>
          </a:ln>
        </p:spPr>
        <p:txBody>
          <a:bodyPr anchor="ctr" anchorCtr="1">
            <a:normAutofit/>
          </a:bodyPr>
          <a:lstStyle>
            <a:lvl1pPr>
              <a:defRPr sz="2200">
                <a:solidFill>
                  <a:srgbClr val="262626"/>
                </a:solidFill>
              </a:defRPr>
            </a:lvl1pPr>
          </a:lstStyle>
          <a:p>
            <a:r>
              <a:rPr lang="en-US"/>
              <a:t>Click to edit Master title style</a:t>
            </a:r>
            <a:endParaRPr lang="en-US" dirty="0"/>
          </a:p>
        </p:txBody>
      </p:sp>
      <p:sp>
        <p:nvSpPr>
          <p:cNvPr id="3" name="Content Placeholder 2"/>
          <p:cNvSpPr>
            <a:spLocks noGrp="1"/>
          </p:cNvSpPr>
          <p:nvPr>
            <p:ph idx="1"/>
          </p:nvPr>
        </p:nvSpPr>
        <p:spPr>
          <a:xfrm>
            <a:off x="6736080" y="804672"/>
            <a:ext cx="4815840" cy="5248656"/>
          </a:xfrm>
        </p:spPr>
        <p:txBody>
          <a:bodyPr>
            <a:normAutofit/>
          </a:bodyPr>
          <a:lstStyle>
            <a:lvl1pPr>
              <a:defRPr sz="1900">
                <a:solidFill>
                  <a:schemeClr val="tx1"/>
                </a:solidFill>
              </a:defRPr>
            </a:lvl1pPr>
            <a:lvl2pPr>
              <a:defRPr sz="1600">
                <a:solidFill>
                  <a:schemeClr val="tx1"/>
                </a:solidFill>
              </a:defRPr>
            </a:lvl2pPr>
            <a:lvl3pPr>
              <a:defRPr sz="1600">
                <a:solidFill>
                  <a:schemeClr val="tx1"/>
                </a:solidFill>
              </a:defRPr>
            </a:lvl3pPr>
            <a:lvl4pPr>
              <a:defRPr sz="1600">
                <a:solidFill>
                  <a:schemeClr val="tx1"/>
                </a:solidFill>
              </a:defRPr>
            </a:lvl4pPr>
            <a:lvl5pPr>
              <a:defRPr sz="1600">
                <a:solidFill>
                  <a:schemeClr val="tx1"/>
                </a:solidFill>
              </a:defRPr>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1115568" y="3549918"/>
            <a:ext cx="3794760" cy="2194036"/>
          </a:xfrm>
        </p:spPr>
        <p:txBody>
          <a:bodyPr anchor="t" anchorCtr="1">
            <a:normAutofit/>
          </a:bodyPr>
          <a:lstStyle>
            <a:lvl1pPr marL="0" indent="0" algn="ctr">
              <a:buNone/>
              <a:defRPr sz="1500">
                <a:solidFill>
                  <a:srgbClr val="FFFFFF"/>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Date Placeholder 8"/>
          <p:cNvSpPr>
            <a:spLocks noGrp="1"/>
          </p:cNvSpPr>
          <p:nvPr>
            <p:ph type="dt" sz="half" idx="10"/>
          </p:nvPr>
        </p:nvSpPr>
        <p:spPr/>
        <p:txBody>
          <a:bodyPr/>
          <a:lstStyle/>
          <a:p>
            <a:fld id="{D1BE4249-C0D0-4B06-8692-E8BB871AF643}" type="datetimeFigureOut">
              <a:rPr lang="en-US" dirty="0"/>
              <a:t>9/15/2026</a:t>
            </a:fld>
            <a:endParaRPr lang="en-US" dirty="0"/>
          </a:p>
        </p:txBody>
      </p:sp>
      <p:sp>
        <p:nvSpPr>
          <p:cNvPr id="10" name="Footer Placeholder 9"/>
          <p:cNvSpPr>
            <a:spLocks noGrp="1"/>
          </p:cNvSpPr>
          <p:nvPr>
            <p:ph type="ftr" sz="quarter" idx="11"/>
          </p:nvPr>
        </p:nvSpPr>
        <p:spPr>
          <a:xfrm>
            <a:off x="804672" y="6236208"/>
            <a:ext cx="5124797" cy="320040"/>
          </a:xfrm>
        </p:spPr>
        <p:txBody>
          <a:bodyPr/>
          <a:lstStyle>
            <a:lvl1pPr>
              <a:defRPr>
                <a:solidFill>
                  <a:srgbClr val="FFFFFF">
                    <a:alpha val="70000"/>
                  </a:srgbClr>
                </a:solidFill>
              </a:defRPr>
            </a:lvl1pPr>
          </a:lstStyle>
          <a:p>
            <a:endParaRPr lang="en-US" dirty="0"/>
          </a:p>
        </p:txBody>
      </p:sp>
      <p:sp>
        <p:nvSpPr>
          <p:cNvPr id="11" name="Slide Number Placeholder 10"/>
          <p:cNvSpPr>
            <a:spLocks noGrp="1"/>
          </p:cNvSpPr>
          <p:nvPr>
            <p:ph type="sldNum" sz="quarter" idx="12"/>
          </p:nvPr>
        </p:nvSpPr>
        <p:spPr/>
        <p:txBody>
          <a:bodyPr/>
          <a:lstStyle/>
          <a:p>
            <a:fld id="{8A7A6979-0714-4377-B894-6BE4C2D6E202}" type="slidenum">
              <a:rPr lang="en-US" dirty="0"/>
              <a:t>‹Nr.›</a:t>
            </a:fld>
            <a:endParaRPr lang="en-US" dirty="0"/>
          </a:p>
        </p:txBody>
      </p:sp>
    </p:spTree>
    <p:extLst>
      <p:ext uri="{BB962C8B-B14F-4D97-AF65-F5344CB8AC3E}">
        <p14:creationId xmlns:p14="http://schemas.microsoft.com/office/powerpoint/2010/main" val="2980905303"/>
      </p:ext>
    </p:extLst>
  </p:cSld>
  <p:clrMapOvr>
    <a:masterClrMapping/>
  </p:clrMapOvr>
  <p:hf sldNum="0" hdr="0" ftr="0" dt="0"/>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18" name="Rectangle 17"/>
          <p:cNvSpPr/>
          <p:nvPr/>
        </p:nvSpPr>
        <p:spPr>
          <a:xfrm>
            <a:off x="0" y="0"/>
            <a:ext cx="6095999" cy="6858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bwMode="blackWhite">
          <a:xfrm>
            <a:off x="808523" y="2243828"/>
            <a:ext cx="4494998" cy="1134640"/>
          </a:xfrm>
          <a:solidFill>
            <a:srgbClr val="FFFFFF"/>
          </a:solidFill>
          <a:ln>
            <a:solidFill>
              <a:srgbClr val="404040"/>
            </a:solidFill>
          </a:ln>
        </p:spPr>
        <p:txBody>
          <a:bodyPr anchor="ctr" anchorCtr="1">
            <a:noAutofit/>
          </a:bodyPr>
          <a:lstStyle>
            <a:lvl1pPr>
              <a:defRPr sz="2200">
                <a:solidFill>
                  <a:srgbClr val="262626"/>
                </a:solidFill>
              </a:defRPr>
            </a:lvl1pPr>
          </a:lstStyle>
          <a:p>
            <a:r>
              <a:rPr lang="en-US"/>
              <a:t>Click to edit Master title style</a:t>
            </a:r>
            <a:endParaRPr lang="en-US" dirty="0"/>
          </a:p>
        </p:txBody>
      </p:sp>
      <p:sp>
        <p:nvSpPr>
          <p:cNvPr id="3" name="Picture Placeholder 2"/>
          <p:cNvSpPr>
            <a:spLocks noGrp="1" noChangeAspect="1"/>
          </p:cNvSpPr>
          <p:nvPr>
            <p:ph type="pic" idx="1"/>
          </p:nvPr>
        </p:nvSpPr>
        <p:spPr>
          <a:xfrm>
            <a:off x="6095999" y="0"/>
            <a:ext cx="6102097" cy="6858000"/>
          </a:xfrm>
          <a:solidFill>
            <a:schemeClr val="bg1">
              <a:lumMod val="75000"/>
            </a:schemeClr>
          </a:solidFill>
        </p:spPr>
        <p:txBody>
          <a:bodyPr anchor="t"/>
          <a:lstStyle>
            <a:lvl1pPr marL="0" indent="0">
              <a:buNone/>
              <a:defRPr sz="3200">
                <a:solidFill>
                  <a:schemeClr val="bg1">
                    <a:lumMod val="85000"/>
                    <a:lumOff val="15000"/>
                  </a:schemeClr>
                </a:solidFill>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1115568" y="3549918"/>
            <a:ext cx="3794760" cy="2194037"/>
          </a:xfrm>
        </p:spPr>
        <p:txBody>
          <a:bodyPr anchor="t" anchorCtr="1">
            <a:normAutofit/>
          </a:bodyPr>
          <a:lstStyle>
            <a:lvl1pPr marL="0" indent="0" algn="ctr">
              <a:buNone/>
              <a:defRPr sz="1500">
                <a:solidFill>
                  <a:srgbClr val="FFFFFF"/>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8" name="Date Placeholder 7"/>
          <p:cNvSpPr>
            <a:spLocks noGrp="1"/>
          </p:cNvSpPr>
          <p:nvPr>
            <p:ph type="dt" sz="half" idx="10"/>
          </p:nvPr>
        </p:nvSpPr>
        <p:spPr/>
        <p:txBody>
          <a:bodyPr/>
          <a:lstStyle>
            <a:lvl1pPr>
              <a:defRPr>
                <a:solidFill>
                  <a:srgbClr val="FFFFFF"/>
                </a:solidFill>
                <a:effectLst>
                  <a:outerShdw blurRad="50800" dist="38100" dir="2700000" algn="tl" rotWithShape="0">
                    <a:prstClr val="black">
                      <a:alpha val="43000"/>
                    </a:prstClr>
                  </a:outerShdw>
                </a:effectLst>
              </a:defRPr>
            </a:lvl1pPr>
          </a:lstStyle>
          <a:p>
            <a:fld id="{042B0DB6-F5C7-45FB-8CF3-31B45F9C2DAC}" type="datetimeFigureOut">
              <a:rPr lang="en-US" dirty="0"/>
              <a:t>9/15/2026</a:t>
            </a:fld>
            <a:endParaRPr lang="en-US" dirty="0"/>
          </a:p>
        </p:txBody>
      </p:sp>
      <p:sp>
        <p:nvSpPr>
          <p:cNvPr id="9" name="Footer Placeholder 8"/>
          <p:cNvSpPr>
            <a:spLocks noGrp="1"/>
          </p:cNvSpPr>
          <p:nvPr>
            <p:ph type="ftr" sz="quarter" idx="11"/>
          </p:nvPr>
        </p:nvSpPr>
        <p:spPr>
          <a:xfrm>
            <a:off x="804672" y="6236208"/>
            <a:ext cx="5124797" cy="320040"/>
          </a:xfrm>
        </p:spPr>
        <p:txBody>
          <a:bodyPr/>
          <a:lstStyle>
            <a:lvl1pPr>
              <a:defRPr>
                <a:solidFill>
                  <a:srgbClr val="FFFFFF">
                    <a:alpha val="70000"/>
                  </a:srgbClr>
                </a:solidFill>
              </a:defRPr>
            </a:lvl1pPr>
          </a:lstStyle>
          <a:p>
            <a:endParaRPr lang="en-US" dirty="0"/>
          </a:p>
        </p:txBody>
      </p:sp>
      <p:sp>
        <p:nvSpPr>
          <p:cNvPr id="10" name="Slide Number Placeholder 9"/>
          <p:cNvSpPr>
            <a:spLocks noGrp="1"/>
          </p:cNvSpPr>
          <p:nvPr>
            <p:ph type="sldNum" sz="quarter" idx="12"/>
          </p:nvPr>
        </p:nvSpPr>
        <p:spPr/>
        <p:txBody>
          <a:bodyPr/>
          <a:lstStyle/>
          <a:p>
            <a:fld id="{8A7A6979-0714-4377-B894-6BE4C2D6E202}" type="slidenum">
              <a:rPr lang="en-US" dirty="0"/>
              <a:t>‹Nr.›</a:t>
            </a:fld>
            <a:endParaRPr lang="en-US" dirty="0"/>
          </a:p>
        </p:txBody>
      </p:sp>
    </p:spTree>
    <p:extLst>
      <p:ext uri="{BB962C8B-B14F-4D97-AF65-F5344CB8AC3E}">
        <p14:creationId xmlns:p14="http://schemas.microsoft.com/office/powerpoint/2010/main" val="3894498039"/>
      </p:ext>
    </p:extLst>
  </p:cSld>
  <p:clrMapOvr>
    <a:masterClrMapping/>
  </p:clrMapOvr>
  <p:hf sldNum="0"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E9F9C37B-1D36-470B-8223-D6C91242EC14}" type="datetimeFigureOut">
              <a:rPr lang="en-US" dirty="0"/>
              <a:t>9/15/2026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8A7A6979-0714-4377-B894-6BE4C2D6E202}" type="slidenum">
              <a:rPr lang="en-US" dirty="0"/>
              <a:t>‹Nr.›</a:t>
            </a:fld>
            <a:endParaRPr lang="en-US" dirty="0"/>
          </a:p>
        </p:txBody>
      </p:sp>
    </p:spTree>
    <p:extLst>
      <p:ext uri="{BB962C8B-B14F-4D97-AF65-F5344CB8AC3E}">
        <p14:creationId xmlns:p14="http://schemas.microsoft.com/office/powerpoint/2010/main" val="1422886242"/>
      </p:ext>
    </p:extLst>
  </p:cSld>
  <p:clrMapOvr>
    <a:masterClrMapping/>
  </p:clrMapOvr>
  <p:hf sldNum="0" hdr="0" ftr="0" dt="0"/>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653112" y="937260"/>
            <a:ext cx="1298608" cy="4983480"/>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2231136" y="937260"/>
            <a:ext cx="6198489" cy="498348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67C6F52A-A82B-47A2-A83A-8C4C91F2D59F}" type="datetimeFigureOut">
              <a:rPr lang="en-US" dirty="0"/>
              <a:t>9/15/2026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8A7A6979-0714-4377-B894-6BE4C2D6E202}" type="slidenum">
              <a:rPr lang="en-US" dirty="0"/>
              <a:t>‹Nr.›</a:t>
            </a:fld>
            <a:endParaRPr lang="en-US" dirty="0"/>
          </a:p>
        </p:txBody>
      </p:sp>
    </p:spTree>
    <p:extLst>
      <p:ext uri="{BB962C8B-B14F-4D97-AF65-F5344CB8AC3E}">
        <p14:creationId xmlns:p14="http://schemas.microsoft.com/office/powerpoint/2010/main" val="925772646"/>
      </p:ext>
    </p:extLst>
  </p:cSld>
  <p:clrMapOvr>
    <a:masterClrMapping/>
  </p:clrMapOvr>
  <p:hf sldNum="0" hdr="0" ftr="0" dt="0"/>
</p:sldLayout>
</file>

<file path=ppt/slideLayouts/slideLayout12.xml><?xml version="1.0" encoding="utf-8"?>
<p:sldLayout xmlns:a="http://schemas.openxmlformats.org/drawingml/2006/main" xmlns:r="http://schemas.openxmlformats.org/officeDocument/2006/relationships" xmlns:p="http://schemas.openxmlformats.org/presentationml/2006/main">
  <p:cSld name="Slide master 1">
    <p:bg>
      <p:bgPr>
        <a:solidFill>
          <a:srgbClr val="000000"/>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71776062"/>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cSld name="Slide master 2">
    <p:bg>
      <p:bgPr>
        <a:solidFill>
          <a:srgbClr val="000000"/>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04848848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lumMod val="95000"/>
          </a:schemeClr>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bwMode="black">
          <a:xfrm>
            <a:off x="2231136" y="964692"/>
            <a:ext cx="7729728" cy="1188720"/>
          </a:xfrm>
          <a:prstGeom prst="rect">
            <a:avLst/>
          </a:prstGeom>
          <a:solidFill>
            <a:srgbClr val="FFFFFF"/>
          </a:solidFill>
          <a:ln w="31750" cap="sq">
            <a:solidFill>
              <a:srgbClr val="404040"/>
            </a:solidFill>
            <a:miter lim="800000"/>
          </a:ln>
        </p:spPr>
        <p:txBody>
          <a:bodyPr vert="horz" lIns="182880" tIns="182880" rIns="182880" bIns="18288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2231136" y="2638044"/>
            <a:ext cx="7729728" cy="310198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821429" y="6238816"/>
            <a:ext cx="2753746" cy="323968"/>
          </a:xfrm>
          <a:prstGeom prst="rect">
            <a:avLst/>
          </a:prstGeom>
        </p:spPr>
        <p:txBody>
          <a:bodyPr vert="horz" lIns="91440" tIns="45720" rIns="91440" bIns="45720" rtlCol="0" anchor="ctr"/>
          <a:lstStyle>
            <a:lvl1pPr algn="r">
              <a:defRPr sz="1050">
                <a:solidFill>
                  <a:schemeClr val="tx1">
                    <a:alpha val="70000"/>
                  </a:schemeClr>
                </a:solidFill>
              </a:defRPr>
            </a:lvl1pPr>
          </a:lstStyle>
          <a:p>
            <a:fld id="{1160EA64-D806-43AC-9DF2-F8C432F32B4C}" type="datetimeFigureOut">
              <a:rPr lang="en-US" dirty="0"/>
              <a:t>9/15/2026</a:t>
            </a:fld>
            <a:endParaRPr lang="en-US" dirty="0"/>
          </a:p>
        </p:txBody>
      </p:sp>
      <p:sp>
        <p:nvSpPr>
          <p:cNvPr id="5" name="Footer Placeholder 4"/>
          <p:cNvSpPr>
            <a:spLocks noGrp="1"/>
          </p:cNvSpPr>
          <p:nvPr>
            <p:ph type="ftr" sz="quarter" idx="3"/>
          </p:nvPr>
        </p:nvSpPr>
        <p:spPr>
          <a:xfrm>
            <a:off x="1600200" y="6236208"/>
            <a:ext cx="5901189" cy="320040"/>
          </a:xfrm>
          <a:prstGeom prst="rect">
            <a:avLst/>
          </a:prstGeom>
        </p:spPr>
        <p:txBody>
          <a:bodyPr vert="horz" lIns="91440" tIns="45720" rIns="91440" bIns="45720" rtlCol="0" anchor="ctr"/>
          <a:lstStyle>
            <a:lvl1pPr algn="l">
              <a:defRPr sz="1050">
                <a:solidFill>
                  <a:schemeClr val="tx1">
                    <a:alpha val="70000"/>
                  </a:schemeClr>
                </a:solidFill>
              </a:defRPr>
            </a:lvl1pPr>
          </a:lstStyle>
          <a:p>
            <a:endParaRPr lang="en-US" dirty="0"/>
          </a:p>
        </p:txBody>
      </p:sp>
      <p:sp>
        <p:nvSpPr>
          <p:cNvPr id="6" name="Slide Number Placeholder 5"/>
          <p:cNvSpPr>
            <a:spLocks noGrp="1"/>
          </p:cNvSpPr>
          <p:nvPr>
            <p:ph type="sldNum" sz="quarter" idx="4"/>
          </p:nvPr>
        </p:nvSpPr>
        <p:spPr>
          <a:xfrm>
            <a:off x="10758922" y="6217920"/>
            <a:ext cx="365760" cy="365760"/>
          </a:xfrm>
          <a:prstGeom prst="ellipse">
            <a:avLst/>
          </a:prstGeom>
          <a:solidFill>
            <a:srgbClr val="1D1D1D">
              <a:alpha val="70000"/>
            </a:srgbClr>
          </a:solidFill>
        </p:spPr>
        <p:txBody>
          <a:bodyPr vert="horz" lIns="18288" tIns="45720" rIns="18288" bIns="45720" rtlCol="0" anchor="ctr">
            <a:noAutofit/>
          </a:bodyPr>
          <a:lstStyle>
            <a:lvl1pPr algn="ctr">
              <a:defRPr sz="1100" spc="0" baseline="0">
                <a:solidFill>
                  <a:srgbClr val="FFFFFF"/>
                </a:solidFill>
              </a:defRPr>
            </a:lvl1pPr>
          </a:lstStyle>
          <a:p>
            <a:fld id="{8A7A6979-0714-4377-B894-6BE4C2D6E202}" type="slidenum">
              <a:rPr lang="en-US" dirty="0"/>
              <a:pPr/>
              <a:t>‹Nr.›</a:t>
            </a:fld>
            <a:endParaRPr lang="en-US" dirty="0"/>
          </a:p>
        </p:txBody>
      </p:sp>
    </p:spTree>
    <p:extLst>
      <p:ext uri="{BB962C8B-B14F-4D97-AF65-F5344CB8AC3E}">
        <p14:creationId xmlns:p14="http://schemas.microsoft.com/office/powerpoint/2010/main" val="708500366"/>
      </p:ext>
    </p:extLst>
  </p:cSld>
  <p:clrMap bg1="lt1" tx1="dk1" bg2="lt2" tx2="dk2" accent1="accent1" accent2="accent2" accent3="accent3" accent4="accent4" accent5="accent5" accent6="accent6" hlink="hlink" folHlink="folHlink"/>
  <p:sldLayoutIdLst>
    <p:sldLayoutId id="2147483653" r:id="rId1"/>
    <p:sldLayoutId id="2147483654" r:id="rId2"/>
    <p:sldLayoutId id="2147483655" r:id="rId3"/>
    <p:sldLayoutId id="2147483656" r:id="rId4"/>
    <p:sldLayoutId id="2147483657" r:id="rId5"/>
    <p:sldLayoutId id="2147483658" r:id="rId6"/>
    <p:sldLayoutId id="2147483659" r:id="rId7"/>
    <p:sldLayoutId id="2147483660" r:id="rId8"/>
    <p:sldLayoutId id="2147483661" r:id="rId9"/>
    <p:sldLayoutId id="2147483662" r:id="rId10"/>
    <p:sldLayoutId id="2147483663" r:id="rId11"/>
    <p:sldLayoutId id="2147483664" r:id="rId12"/>
    <p:sldLayoutId id="2147483665" r:id="rId13"/>
  </p:sldLayoutIdLst>
  <p:hf sldNum="0" hdr="0" ftr="0" dt="0"/>
  <p:txStyles>
    <p:titleStyle>
      <a:lvl1pPr algn="ctr" defTabSz="914400" rtl="0" eaLnBrk="1" latinLnBrk="0" hangingPunct="1">
        <a:lnSpc>
          <a:spcPct val="90000"/>
        </a:lnSpc>
        <a:spcBef>
          <a:spcPct val="0"/>
        </a:spcBef>
        <a:buNone/>
        <a:defRPr sz="2800" kern="1200" cap="all" spc="200" baseline="0">
          <a:solidFill>
            <a:srgbClr val="262626"/>
          </a:solidFill>
          <a:latin typeface="+mj-lt"/>
          <a:ea typeface="+mj-ea"/>
          <a:cs typeface="+mj-cs"/>
        </a:defRPr>
      </a:lvl1pPr>
    </p:titleStyle>
    <p:bodyStyle>
      <a:lvl1pPr marL="228600" indent="-228600" algn="l" defTabSz="914400" rtl="0" eaLnBrk="1" latinLnBrk="0" hangingPunct="1">
        <a:lnSpc>
          <a:spcPct val="100000"/>
        </a:lnSpc>
        <a:spcBef>
          <a:spcPts val="1000"/>
        </a:spcBef>
        <a:buClr>
          <a:schemeClr val="accent2"/>
        </a:buClr>
        <a:buFont typeface="Arial" panose="020B0604020202020204" pitchFamily="34" charset="0"/>
        <a:buChar char="•"/>
        <a:defRPr sz="1800" kern="1200">
          <a:solidFill>
            <a:schemeClr val="tx1">
              <a:lumMod val="85000"/>
              <a:lumOff val="15000"/>
            </a:schemeClr>
          </a:solidFill>
          <a:latin typeface="+mn-lt"/>
          <a:ea typeface="+mn-ea"/>
          <a:cs typeface="+mn-cs"/>
        </a:defRPr>
      </a:lvl1pPr>
      <a:lvl2pPr marL="4572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mn-lt"/>
          <a:ea typeface="+mn-ea"/>
          <a:cs typeface="+mn-cs"/>
        </a:defRPr>
      </a:lvl2pPr>
      <a:lvl3pPr marL="685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mn-lt"/>
          <a:ea typeface="+mn-ea"/>
          <a:cs typeface="+mn-cs"/>
        </a:defRPr>
      </a:lvl3pPr>
      <a:lvl4pPr marL="9144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mn-lt"/>
          <a:ea typeface="+mn-ea"/>
          <a:cs typeface="+mn-cs"/>
        </a:defRPr>
      </a:lvl4pPr>
      <a:lvl5pPr marL="11430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mn-lt"/>
          <a:ea typeface="+mn-ea"/>
          <a:cs typeface="+mn-cs"/>
        </a:defRPr>
      </a:lvl5pPr>
      <a:lvl6pPr marL="1312863"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6pPr>
      <a:lvl7pPr marL="1484313"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7pPr>
      <a:lvl8pPr marL="16573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8pPr>
      <a:lvl9pPr marL="1882775"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3.xml"/></Relationships>
</file>

<file path=ppt/slides/_rels/slide5.xml.rels><?xml version="1.0" encoding="UTF-8" standalone="yes"?>
<Relationships xmlns="http://schemas.openxmlformats.org/package/2006/relationships"><Relationship Id="rId3" Type="http://schemas.openxmlformats.org/officeDocument/2006/relationships/slideLayout" Target="../slideLayouts/slideLayout13.xml"/><Relationship Id="rId2" Type="http://schemas.openxmlformats.org/officeDocument/2006/relationships/video" Target="../media/media1.mp4"/><Relationship Id="rId1" Type="http://schemas.microsoft.com/office/2007/relationships/media" Target="../media/media1.mp4"/><Relationship Id="rId5" Type="http://schemas.openxmlformats.org/officeDocument/2006/relationships/image" Target="../media/image1.png"/><Relationship Id="rId4" Type="http://schemas.openxmlformats.org/officeDocument/2006/relationships/notesSlide" Target="../notesSlides/notesSlide3.xml"/></Relationships>
</file>

<file path=ppt/slides/_rels/slide6.xml.rels><?xml version="1.0" encoding="UTF-8" standalone="yes"?>
<Relationships xmlns="http://schemas.openxmlformats.org/package/2006/relationships"><Relationship Id="rId3" Type="http://schemas.openxmlformats.org/officeDocument/2006/relationships/slideLayout" Target="../slideLayouts/slideLayout13.xml"/><Relationship Id="rId2" Type="http://schemas.openxmlformats.org/officeDocument/2006/relationships/video" Target="../media/media2.mp4"/><Relationship Id="rId1" Type="http://schemas.microsoft.com/office/2007/relationships/media" Target="../media/media2.mp4"/><Relationship Id="rId5" Type="http://schemas.openxmlformats.org/officeDocument/2006/relationships/image" Target="../media/image2.png"/><Relationship Id="rId4" Type="http://schemas.openxmlformats.org/officeDocument/2006/relationships/notesSlide" Target="../notesSlides/notesSlide4.xml"/></Relationships>
</file>

<file path=ppt/slides/_rels/slide7.xml.rels><?xml version="1.0" encoding="UTF-8" standalone="yes"?>
<Relationships xmlns="http://schemas.openxmlformats.org/package/2006/relationships"><Relationship Id="rId3" Type="http://schemas.openxmlformats.org/officeDocument/2006/relationships/slideLayout" Target="../slideLayouts/slideLayout13.xml"/><Relationship Id="rId2" Type="http://schemas.openxmlformats.org/officeDocument/2006/relationships/video" Target="../media/media3.mp4"/><Relationship Id="rId1" Type="http://schemas.microsoft.com/office/2007/relationships/media" Target="../media/media3.mp4"/><Relationship Id="rId5" Type="http://schemas.openxmlformats.org/officeDocument/2006/relationships/image" Target="../media/image3.png"/><Relationship Id="rId4" Type="http://schemas.openxmlformats.org/officeDocument/2006/relationships/notesSlide" Target="../notesSlides/notesSlide5.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3219965" y="1650107"/>
            <a:ext cx="5751765" cy="642739"/>
          </a:xfrm>
          <a:prstGeom prst="rect">
            <a:avLst/>
          </a:prstGeom>
          <a:noFill/>
          <a:ln/>
        </p:spPr>
        <p:txBody>
          <a:bodyPr wrap="none" lIns="0" tIns="0" rIns="0" bIns="0" rtlCol="0" anchor="t"/>
          <a:lstStyle/>
          <a:p>
            <a:pPr marL="0" indent="0" algn="ctr">
              <a:lnSpc>
                <a:spcPct val="104000"/>
              </a:lnSpc>
              <a:buNone/>
            </a:pPr>
            <a:r>
              <a:rPr lang="en-US" sz="4000" dirty="0">
                <a:solidFill>
                  <a:srgbClr val="F5F0F0"/>
                </a:solidFill>
                <a:latin typeface="Tahoma" panose="020B0604030504040204" pitchFamily="34" charset="0"/>
                <a:ea typeface="Tahoma" panose="020B0604030504040204" pitchFamily="34" charset="0"/>
                <a:cs typeface="Tahoma" panose="020B0604030504040204" pitchFamily="34" charset="0"/>
              </a:rPr>
              <a:t>Top Down Game</a:t>
            </a:r>
            <a:endParaRPr lang="en-US" sz="4000" dirty="0">
              <a:latin typeface="Tahoma" panose="020B0604030504040204" pitchFamily="34" charset="0"/>
              <a:ea typeface="Tahoma" panose="020B0604030504040204" pitchFamily="34" charset="0"/>
              <a:cs typeface="Tahoma" panose="020B0604030504040204" pitchFamily="34" charset="0"/>
            </a:endParaRPr>
          </a:p>
        </p:txBody>
      </p:sp>
      <p:sp>
        <p:nvSpPr>
          <p:cNvPr id="3" name="Text 1"/>
          <p:cNvSpPr/>
          <p:nvPr/>
        </p:nvSpPr>
        <p:spPr>
          <a:xfrm>
            <a:off x="3734203" y="2375098"/>
            <a:ext cx="4723290" cy="514152"/>
          </a:xfrm>
          <a:prstGeom prst="rect">
            <a:avLst/>
          </a:prstGeom>
          <a:noFill/>
          <a:ln/>
        </p:spPr>
        <p:txBody>
          <a:bodyPr wrap="none" lIns="0" tIns="0" rIns="0" bIns="0" rtlCol="0" anchor="t"/>
          <a:lstStyle/>
          <a:p>
            <a:pPr marL="0" indent="0" algn="ctr">
              <a:lnSpc>
                <a:spcPct val="104000"/>
              </a:lnSpc>
              <a:buNone/>
            </a:pPr>
            <a:r>
              <a:rPr lang="en-US" sz="3200" dirty="0">
                <a:solidFill>
                  <a:srgbClr val="F5F0F0"/>
                </a:solidFill>
                <a:latin typeface="Tahoma" panose="020B0604030504040204" pitchFamily="34" charset="0"/>
                <a:ea typeface="Tahoma" panose="020B0604030504040204" pitchFamily="34" charset="0"/>
                <a:cs typeface="Tahoma" panose="020B0604030504040204" pitchFamily="34" charset="0"/>
              </a:rPr>
              <a:t>Von Mika und Andre</a:t>
            </a:r>
            <a:endParaRPr lang="en-US" sz="3200" dirty="0">
              <a:latin typeface="Tahoma" panose="020B0604030504040204" pitchFamily="34" charset="0"/>
              <a:ea typeface="Tahoma" panose="020B0604030504040204" pitchFamily="34" charset="0"/>
              <a:cs typeface="Tahoma" panose="020B0604030504040204" pitchFamily="34" charset="0"/>
            </a:endParaRPr>
          </a:p>
        </p:txBody>
      </p:sp>
      <p:sp>
        <p:nvSpPr>
          <p:cNvPr id="4" name="Text 2"/>
          <p:cNvSpPr/>
          <p:nvPr/>
        </p:nvSpPr>
        <p:spPr>
          <a:xfrm>
            <a:off x="719814" y="3197721"/>
            <a:ext cx="10752067" cy="2010172"/>
          </a:xfrm>
          <a:prstGeom prst="rect">
            <a:avLst/>
          </a:prstGeom>
          <a:noFill/>
          <a:ln/>
        </p:spPr>
        <p:txBody>
          <a:bodyPr wrap="square" lIns="0" tIns="0" rIns="0" bIns="0" rtlCol="0" anchor="t"/>
          <a:lstStyle/>
          <a:p>
            <a:pPr marL="0" indent="0" algn="ctr">
              <a:lnSpc>
                <a:spcPct val="133000"/>
              </a:lnSpc>
              <a:buNone/>
            </a:pPr>
            <a:r>
              <a:rPr lang="en-US" sz="1600" b="1" dirty="0">
                <a:solidFill>
                  <a:srgbClr val="E2E6E9"/>
                </a:solidFill>
                <a:latin typeface="Tahoma" panose="020B0604030504040204" pitchFamily="34" charset="0"/>
                <a:ea typeface="Tahoma" panose="020B0604030504040204" pitchFamily="34" charset="0"/>
                <a:cs typeface="Tahoma" panose="020B0604030504040204" pitchFamily="34" charset="0"/>
              </a:rPr>
              <a:t>Datum des Projekts:</a:t>
            </a:r>
            <a:r>
              <a:rPr lang="en-US" sz="1600" dirty="0">
                <a:solidFill>
                  <a:srgbClr val="E2E6E9"/>
                </a:solidFill>
                <a:latin typeface="Tahoma" panose="020B0604030504040204" pitchFamily="34" charset="0"/>
                <a:ea typeface="Tahoma" panose="020B0604030504040204" pitchFamily="34" charset="0"/>
                <a:cs typeface="Tahoma" panose="020B0604030504040204" pitchFamily="34" charset="0"/>
              </a:rPr>
              <a:t> 2026</a:t>
            </a:r>
            <a:endParaRPr lang="en-US" sz="1600" dirty="0">
              <a:latin typeface="Tahoma" panose="020B0604030504040204" pitchFamily="34" charset="0"/>
              <a:ea typeface="Tahoma" panose="020B0604030504040204" pitchFamily="34" charset="0"/>
              <a:cs typeface="Tahoma" panose="020B0604030504040204" pitchFamily="34" charset="0"/>
            </a:endParaRPr>
          </a:p>
          <a:p>
            <a:pPr marL="0" indent="0" algn="ctr">
              <a:lnSpc>
                <a:spcPct val="133000"/>
              </a:lnSpc>
              <a:spcAft>
                <a:spcPts val="1800"/>
              </a:spcAft>
              <a:buNone/>
            </a:pPr>
            <a:r>
              <a:rPr lang="en-US" sz="1600" dirty="0">
                <a:solidFill>
                  <a:srgbClr val="E2E6E9"/>
                </a:solidFill>
                <a:latin typeface="Tahoma" panose="020B0604030504040204" pitchFamily="34" charset="0"/>
                <a:ea typeface="Tahoma" panose="020B0604030504040204" pitchFamily="34" charset="0"/>
                <a:cs typeface="Tahoma" panose="020B0604030504040204" pitchFamily="34" charset="0"/>
              </a:rPr>
              <a:t>Ein 3D-Rollenspiel mit Echtzeit-Kampfsystem</a:t>
            </a:r>
            <a:endParaRPr lang="en-US" sz="1600" dirty="0">
              <a:latin typeface="Tahoma" panose="020B0604030504040204" pitchFamily="34" charset="0"/>
              <a:ea typeface="Tahoma" panose="020B0604030504040204" pitchFamily="34" charset="0"/>
              <a:cs typeface="Tahoma" panose="020B0604030504040204" pitchFamily="34" charset="0"/>
            </a:endParaRPr>
          </a:p>
          <a:p>
            <a:pPr marL="0" indent="0" algn="ctr">
              <a:lnSpc>
                <a:spcPct val="133000"/>
              </a:lnSpc>
              <a:buNone/>
            </a:pPr>
            <a:r>
              <a:rPr lang="en-US" sz="1600" b="1" dirty="0">
                <a:solidFill>
                  <a:srgbClr val="E2E6E9"/>
                </a:solidFill>
                <a:latin typeface="Tahoma" panose="020B0604030504040204" pitchFamily="34" charset="0"/>
                <a:ea typeface="Tahoma" panose="020B0604030504040204" pitchFamily="34" charset="0"/>
                <a:cs typeface="Tahoma" panose="020B0604030504040204" pitchFamily="34" charset="0"/>
              </a:rPr>
              <a:t>Projektdauer:</a:t>
            </a:r>
            <a:r>
              <a:rPr lang="en-US" sz="1600" dirty="0">
                <a:solidFill>
                  <a:srgbClr val="E2E6E9"/>
                </a:solidFill>
                <a:latin typeface="Tahoma" panose="020B0604030504040204" pitchFamily="34" charset="0"/>
                <a:ea typeface="Tahoma" panose="020B0604030504040204" pitchFamily="34" charset="0"/>
                <a:cs typeface="Tahoma" panose="020B0604030504040204" pitchFamily="34" charset="0"/>
              </a:rPr>
              <a:t> Mehrere Wochen</a:t>
            </a:r>
            <a:endParaRPr lang="en-US" sz="1600" dirty="0">
              <a:latin typeface="Tahoma" panose="020B0604030504040204" pitchFamily="34" charset="0"/>
              <a:ea typeface="Tahoma" panose="020B0604030504040204" pitchFamily="34" charset="0"/>
              <a:cs typeface="Tahoma" panose="020B0604030504040204" pitchFamily="34" charset="0"/>
            </a:endParaRPr>
          </a:p>
          <a:p>
            <a:pPr marL="0" indent="0" algn="ctr">
              <a:lnSpc>
                <a:spcPct val="133000"/>
              </a:lnSpc>
              <a:buNone/>
            </a:pPr>
            <a:r>
              <a:rPr lang="en-US" sz="1600" b="1" dirty="0">
                <a:solidFill>
                  <a:srgbClr val="E2E6E9"/>
                </a:solidFill>
                <a:latin typeface="Tahoma" panose="020B0604030504040204" pitchFamily="34" charset="0"/>
                <a:ea typeface="Tahoma" panose="020B0604030504040204" pitchFamily="34" charset="0"/>
                <a:cs typeface="Tahoma" panose="020B0604030504040204" pitchFamily="34" charset="0"/>
              </a:rPr>
              <a:t>Ziele:</a:t>
            </a:r>
            <a:r>
              <a:rPr lang="en-US" sz="1600" dirty="0">
                <a:solidFill>
                  <a:srgbClr val="E2E6E9"/>
                </a:solidFill>
                <a:latin typeface="Tahoma" panose="020B0604030504040204" pitchFamily="34" charset="0"/>
                <a:ea typeface="Tahoma" panose="020B0604030504040204" pitchFamily="34" charset="0"/>
                <a:cs typeface="Tahoma" panose="020B0604030504040204" pitchFamily="34" charset="0"/>
              </a:rPr>
              <a:t> Ein spielbares Prototyp-Erlebnis mit Charaktersteuerung, Kampf und Looting entwickeln.</a:t>
            </a:r>
            <a:endParaRPr lang="en-US" sz="1600" dirty="0">
              <a:latin typeface="Tahoma" panose="020B0604030504040204" pitchFamily="34" charset="0"/>
              <a:ea typeface="Tahoma" panose="020B0604030504040204" pitchFamily="34" charset="0"/>
              <a:cs typeface="Tahoma" panose="020B0604030504040204" pitchFamily="34" charset="0"/>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hteck 1">
            <a:extLst>
              <a:ext uri="{FF2B5EF4-FFF2-40B4-BE49-F238E27FC236}">
                <a16:creationId xmlns:a16="http://schemas.microsoft.com/office/drawing/2014/main" id="{A72DEC58-C5A9-4BD4-AA7C-36507D3B7295}"/>
              </a:ext>
            </a:extLst>
          </p:cNvPr>
          <p:cNvSpPr/>
          <p:nvPr/>
        </p:nvSpPr>
        <p:spPr>
          <a:xfrm>
            <a:off x="0" y="973393"/>
            <a:ext cx="12192000" cy="4401205"/>
          </a:xfrm>
          <a:prstGeom prst="rect">
            <a:avLst/>
          </a:prstGeom>
        </p:spPr>
        <p:txBody>
          <a:bodyPr wrap="square">
            <a:spAutoFit/>
          </a:bodyPr>
          <a:lstStyle/>
          <a:p>
            <a:r>
              <a:rPr lang="de-DE" sz="1400" dirty="0">
                <a:solidFill>
                  <a:schemeClr val="bg1"/>
                </a:solidFill>
                <a:latin typeface="Tahoma" panose="020B0604030504040204" pitchFamily="34" charset="0"/>
                <a:ea typeface="Tahoma" panose="020B0604030504040204" pitchFamily="34" charset="0"/>
                <a:cs typeface="Tahoma" panose="020B0604030504040204" pitchFamily="34" charset="0"/>
              </a:rPr>
              <a:t>Dieses Projekt ist ein vollständiges 3D-Top-Down-Zombie-Survival-Spiel, das mit </a:t>
            </a:r>
            <a:r>
              <a:rPr lang="de-DE" sz="1400" b="1" dirty="0">
                <a:solidFill>
                  <a:schemeClr val="bg1"/>
                </a:solidFill>
                <a:latin typeface="Tahoma" panose="020B0604030504040204" pitchFamily="34" charset="0"/>
                <a:ea typeface="Tahoma" panose="020B0604030504040204" pitchFamily="34" charset="0"/>
                <a:cs typeface="Tahoma" panose="020B0604030504040204" pitchFamily="34" charset="0"/>
              </a:rPr>
              <a:t>Python</a:t>
            </a:r>
            <a:r>
              <a:rPr lang="de-DE" sz="1400" dirty="0">
                <a:solidFill>
                  <a:schemeClr val="bg1"/>
                </a:solidFill>
                <a:latin typeface="Tahoma" panose="020B0604030504040204" pitchFamily="34" charset="0"/>
                <a:ea typeface="Tahoma" panose="020B0604030504040204" pitchFamily="34" charset="0"/>
                <a:cs typeface="Tahoma" panose="020B0604030504040204" pitchFamily="34" charset="0"/>
              </a:rPr>
              <a:t>, </a:t>
            </a:r>
            <a:r>
              <a:rPr lang="de-DE" sz="1400" b="1" dirty="0" err="1">
                <a:solidFill>
                  <a:schemeClr val="bg1"/>
                </a:solidFill>
                <a:latin typeface="Tahoma" panose="020B0604030504040204" pitchFamily="34" charset="0"/>
                <a:ea typeface="Tahoma" panose="020B0604030504040204" pitchFamily="34" charset="0"/>
                <a:cs typeface="Tahoma" panose="020B0604030504040204" pitchFamily="34" charset="0"/>
              </a:rPr>
              <a:t>Pygame</a:t>
            </a:r>
            <a:r>
              <a:rPr lang="de-DE" sz="1400" dirty="0">
                <a:solidFill>
                  <a:schemeClr val="bg1"/>
                </a:solidFill>
                <a:latin typeface="Tahoma" panose="020B0604030504040204" pitchFamily="34" charset="0"/>
                <a:ea typeface="Tahoma" panose="020B0604030504040204" pitchFamily="34" charset="0"/>
                <a:cs typeface="Tahoma" panose="020B0604030504040204" pitchFamily="34" charset="0"/>
              </a:rPr>
              <a:t> und </a:t>
            </a:r>
            <a:r>
              <a:rPr lang="de-DE" sz="1400" b="1" dirty="0">
                <a:solidFill>
                  <a:schemeClr val="bg1"/>
                </a:solidFill>
                <a:latin typeface="Tahoma" panose="020B0604030504040204" pitchFamily="34" charset="0"/>
                <a:ea typeface="Tahoma" panose="020B0604030504040204" pitchFamily="34" charset="0"/>
                <a:cs typeface="Tahoma" panose="020B0604030504040204" pitchFamily="34" charset="0"/>
              </a:rPr>
              <a:t>OpenGL</a:t>
            </a:r>
            <a:r>
              <a:rPr lang="de-DE" sz="1400" dirty="0">
                <a:solidFill>
                  <a:schemeClr val="bg1"/>
                </a:solidFill>
                <a:latin typeface="Tahoma" panose="020B0604030504040204" pitchFamily="34" charset="0"/>
                <a:ea typeface="Tahoma" panose="020B0604030504040204" pitchFamily="34" charset="0"/>
                <a:cs typeface="Tahoma" panose="020B0604030504040204" pitchFamily="34" charset="0"/>
              </a:rPr>
              <a:t> entwickelt wurde. Der Spieler kämpft gegen endlose Wellen von Zombies und versucht, möglichst lange zu überleben. Besiegte Gegner lassen Waffen, Munition oder andere nützliche Gegenstände fallen, die eingesammelt werden können. Zur Verfügung stehen drei verschiedene Waffentypen: eine Pistole mit hoher Feuerrate und geringem Schaden, eine Schrotflinte mit Streuschuss und eine starke, aber langsam feuernde Rifle.</a:t>
            </a:r>
          </a:p>
          <a:p>
            <a:r>
              <a:rPr lang="de-DE" sz="1400" dirty="0">
                <a:solidFill>
                  <a:schemeClr val="bg1"/>
                </a:solidFill>
                <a:latin typeface="Tahoma" panose="020B0604030504040204" pitchFamily="34" charset="0"/>
                <a:ea typeface="Tahoma" panose="020B0604030504040204" pitchFamily="34" charset="0"/>
                <a:cs typeface="Tahoma" panose="020B0604030504040204" pitchFamily="34" charset="0"/>
              </a:rPr>
              <a:t>Das Spiel basiert auf einer zentralen Spielschleife, die mit bis zu 120 Bildern pro Sekunde läuft. Sie verarbeitet Tastatur- und Mauseingaben, aktualisiert sämtliche Spielobjekte und rendert anschließend die komplette Szene. Der Spieler bewegt sich mit den WASD-Tasten, kann mit der Umschalttaste sprinten und zielt mit der Maus. Dabei verfügt er über eine Ausdaueranzeige, die sich beim Sprinten leert und im Stillstand oder bei normaler Bewegung wieder regeneriert. Zusätzlich kann der Spieler bis zu drei Waffen gleichzeitig tragen, Munition nachladen und </a:t>
            </a:r>
            <a:r>
              <a:rPr lang="de-DE" sz="1400" dirty="0" err="1">
                <a:solidFill>
                  <a:schemeClr val="bg1"/>
                </a:solidFill>
                <a:latin typeface="Tahoma" panose="020B0604030504040204" pitchFamily="34" charset="0"/>
                <a:ea typeface="Tahoma" panose="020B0604030504040204" pitchFamily="34" charset="0"/>
                <a:cs typeface="Tahoma" panose="020B0604030504040204" pitchFamily="34" charset="0"/>
              </a:rPr>
              <a:t>Medkits</a:t>
            </a:r>
            <a:r>
              <a:rPr lang="de-DE" sz="1400" dirty="0">
                <a:solidFill>
                  <a:schemeClr val="bg1"/>
                </a:solidFill>
                <a:latin typeface="Tahoma" panose="020B0604030504040204" pitchFamily="34" charset="0"/>
                <a:ea typeface="Tahoma" panose="020B0604030504040204" pitchFamily="34" charset="0"/>
                <a:cs typeface="Tahoma" panose="020B0604030504040204" pitchFamily="34" charset="0"/>
              </a:rPr>
              <a:t> zur Heilung verwenden.</a:t>
            </a:r>
          </a:p>
          <a:p>
            <a:r>
              <a:rPr lang="de-DE" sz="1400" dirty="0">
                <a:solidFill>
                  <a:schemeClr val="bg1"/>
                </a:solidFill>
                <a:latin typeface="Tahoma" panose="020B0604030504040204" pitchFamily="34" charset="0"/>
                <a:ea typeface="Tahoma" panose="020B0604030504040204" pitchFamily="34" charset="0"/>
                <a:cs typeface="Tahoma" panose="020B0604030504040204" pitchFamily="34" charset="0"/>
              </a:rPr>
              <a:t>Im Spiel treten drei verschiedene Zombiearten auf. Normale Zombies besitzen ausgewogene Werte für Geschwindigkeit und Schaden, schnelle Zombies sind deutlich beweglicher, verursachen jedoch weniger Schaden, während Tank-Zombies langsamer sind, dafür aber wesentlich mehr Lebenspunkte und Angriffskraft besitzen. Alle Zombies verfolgen den Spieler automatisch, greifen ihn im Nahkampf an und können nach ihrem Tod Beute hinterlassen.</a:t>
            </a:r>
          </a:p>
          <a:p>
            <a:r>
              <a:rPr lang="de-DE" sz="1400" dirty="0">
                <a:solidFill>
                  <a:schemeClr val="bg1"/>
                </a:solidFill>
                <a:latin typeface="Tahoma" panose="020B0604030504040204" pitchFamily="34" charset="0"/>
                <a:ea typeface="Tahoma" panose="020B0604030504040204" pitchFamily="34" charset="0"/>
                <a:cs typeface="Tahoma" panose="020B0604030504040204" pitchFamily="34" charset="0"/>
              </a:rPr>
              <a:t>Das Kampfsystem basiert auf Projektilen. Beim Schießen entstehen Kugeln am Lauf der aktuell ausgerüsteten Waffe und bewegen sich durch die Spielwelt. Sie prüfen fortlaufend auf Kollisionen mit Zombies oder Hindernissen und verursachen bei einem Treffer Schaden sowie visuelle Effekte wie Funken oder Blutpartikel. Die verschiedenen Waffen unterscheiden sich hinsichtlich Feuerrate, Genauigkeit, Schaden und Nachladezeit.</a:t>
            </a:r>
          </a:p>
          <a:p>
            <a:r>
              <a:rPr lang="de-DE" sz="1400" dirty="0">
                <a:solidFill>
                  <a:schemeClr val="bg1"/>
                </a:solidFill>
                <a:latin typeface="Tahoma" panose="020B0604030504040204" pitchFamily="34" charset="0"/>
                <a:ea typeface="Tahoma" panose="020B0604030504040204" pitchFamily="34" charset="0"/>
                <a:cs typeface="Tahoma" panose="020B0604030504040204" pitchFamily="34" charset="0"/>
              </a:rPr>
              <a:t>Das Spiel ist in Wellen aufgebaut. Zu Beginn erscheinen nur wenige Zombies, doch jede neue Welle erhöht die Anzahl und Schwierigkeit der Gegner. Nachdem alle Zombies einer Welle besiegt wurden, erhält der Spieler eine kurze Pause, bevor die nächste Welle startet. Neue Gegner werden dabei stets in ausreichender Entfernung zum Spieler erzeugt.</a:t>
            </a:r>
          </a:p>
          <a:p>
            <a:r>
              <a:rPr lang="de-DE" sz="1400" dirty="0">
                <a:solidFill>
                  <a:schemeClr val="bg1"/>
                </a:solidFill>
                <a:latin typeface="Tahoma" panose="020B0604030504040204" pitchFamily="34" charset="0"/>
                <a:ea typeface="Tahoma" panose="020B0604030504040204" pitchFamily="34" charset="0"/>
                <a:cs typeface="Tahoma" panose="020B0604030504040204" pitchFamily="34" charset="0"/>
              </a:rPr>
              <a:t>Die Darstellung erfolgt vollständig in 3D mit OpenGL. Durch </a:t>
            </a:r>
            <a:r>
              <a:rPr lang="de-DE" sz="1400" dirty="0" err="1">
                <a:solidFill>
                  <a:schemeClr val="bg1"/>
                </a:solidFill>
                <a:latin typeface="Tahoma" panose="020B0604030504040204" pitchFamily="34" charset="0"/>
                <a:ea typeface="Tahoma" panose="020B0604030504040204" pitchFamily="34" charset="0"/>
                <a:cs typeface="Tahoma" panose="020B0604030504040204" pitchFamily="34" charset="0"/>
              </a:rPr>
              <a:t>Phong-Shading</a:t>
            </a:r>
            <a:r>
              <a:rPr lang="de-DE" sz="1400" dirty="0">
                <a:solidFill>
                  <a:schemeClr val="bg1"/>
                </a:solidFill>
                <a:latin typeface="Tahoma" panose="020B0604030504040204" pitchFamily="34" charset="0"/>
                <a:ea typeface="Tahoma" panose="020B0604030504040204" pitchFamily="34" charset="0"/>
                <a:cs typeface="Tahoma" panose="020B0604030504040204" pitchFamily="34" charset="0"/>
              </a:rPr>
              <a:t> entsteht eine realistischere Beleuchtung, ergänzt durch einen Spotlight-Effekt, der die Umgebung in der Nähe des Spielers heller erscheinen lässt. Sämtliche Objekte bestehen aus prozedural erzeugter Geometrie wie Würfeln, Zylindern oder einfachen Flächen, sodass keine externen 3D-Modelle benötigt werden.</a:t>
            </a:r>
          </a:p>
        </p:txBody>
      </p:sp>
    </p:spTree>
    <p:extLst>
      <p:ext uri="{BB962C8B-B14F-4D97-AF65-F5344CB8AC3E}">
        <p14:creationId xmlns:p14="http://schemas.microsoft.com/office/powerpoint/2010/main" val="189597497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hteck 1">
            <a:extLst>
              <a:ext uri="{FF2B5EF4-FFF2-40B4-BE49-F238E27FC236}">
                <a16:creationId xmlns:a16="http://schemas.microsoft.com/office/drawing/2014/main" id="{271A4963-67EF-4F49-8EC1-23FB3E4E246B}"/>
              </a:ext>
            </a:extLst>
          </p:cNvPr>
          <p:cNvSpPr/>
          <p:nvPr/>
        </p:nvSpPr>
        <p:spPr>
          <a:xfrm>
            <a:off x="0" y="725744"/>
            <a:ext cx="12192000" cy="5478423"/>
          </a:xfrm>
          <a:prstGeom prst="rect">
            <a:avLst/>
          </a:prstGeom>
        </p:spPr>
        <p:txBody>
          <a:bodyPr wrap="square">
            <a:spAutoFit/>
          </a:bodyPr>
          <a:lstStyle/>
          <a:p>
            <a:r>
              <a:rPr lang="de-DE" sz="1400" dirty="0">
                <a:solidFill>
                  <a:schemeClr val="bg1"/>
                </a:solidFill>
                <a:latin typeface="Tahoma" panose="020B0604030504040204" pitchFamily="34" charset="0"/>
                <a:ea typeface="Tahoma" panose="020B0604030504040204" pitchFamily="34" charset="0"/>
                <a:cs typeface="Tahoma" panose="020B0604030504040204" pitchFamily="34" charset="0"/>
              </a:rPr>
              <a:t>Über der 3D-Szene befindet sich ein zweidimensionales HUD, das wichtige Informationen wie Lebens- und Ausdauerbalken, die aktuell ausgerüstete Waffe samt Munition, die aktuelle Welle, den Punktestand, die Anzahl besiegter Zombies sowie die verfügbaren Waffenplätze anzeigt. Zusätzlich werden ein Fadenkreuz und schwebende Schadenszahlen eingeblendet.</a:t>
            </a:r>
          </a:p>
          <a:p>
            <a:r>
              <a:rPr lang="de-DE" sz="1400" dirty="0">
                <a:solidFill>
                  <a:schemeClr val="bg1"/>
                </a:solidFill>
                <a:latin typeface="Tahoma" panose="020B0604030504040204" pitchFamily="34" charset="0"/>
                <a:ea typeface="Tahoma" panose="020B0604030504040204" pitchFamily="34" charset="0"/>
                <a:cs typeface="Tahoma" panose="020B0604030504040204" pitchFamily="34" charset="0"/>
              </a:rPr>
              <a:t>Auch die Soundeffekte werden vollständig zur Laufzeit erzeugt und stammen nicht aus Audiodateien. Unterschiedliche Schussgeräusche, Nachladegeräusche, Zombie-Schreie, Treffer- und Verletzungssounds sowie Benachrichtigungstöne für eingesammelte Gegenstände werden synthetisch generiert.</a:t>
            </a:r>
          </a:p>
          <a:p>
            <a:r>
              <a:rPr lang="de-DE" sz="1400" dirty="0">
                <a:solidFill>
                  <a:schemeClr val="bg1"/>
                </a:solidFill>
                <a:latin typeface="Tahoma" panose="020B0604030504040204" pitchFamily="34" charset="0"/>
                <a:ea typeface="Tahoma" panose="020B0604030504040204" pitchFamily="34" charset="0"/>
                <a:cs typeface="Tahoma" panose="020B0604030504040204" pitchFamily="34" charset="0"/>
              </a:rPr>
              <a:t>Die Spielwelt besteht aus einem quadratischen Areal mit Begrenzungsmauern und zufällig verteilten Hindernissen, welche die Bewegung von Spieler und Zombies beeinflussen. Blutspuren bleiben dauerhaft an den Stellen zurück, an denen Zombies besiegt wurden, während ein Gitternetz auf dem Boden die Orientierung erleichtert.</a:t>
            </a:r>
          </a:p>
          <a:p>
            <a:r>
              <a:rPr lang="de-DE" sz="1400" dirty="0">
                <a:solidFill>
                  <a:schemeClr val="bg1"/>
                </a:solidFill>
                <a:latin typeface="Tahoma" panose="020B0604030504040204" pitchFamily="34" charset="0"/>
                <a:ea typeface="Tahoma" panose="020B0604030504040204" pitchFamily="34" charset="0"/>
                <a:cs typeface="Tahoma" panose="020B0604030504040204" pitchFamily="34" charset="0"/>
              </a:rPr>
              <a:t>Für zusätzliche Dynamik sorgen zahlreiche visuelle Effekte. Beim Schießen entstehen Mündungsfeuer, Treffer erzeugen Partikel und Funken, besiegte Zombies hinterlassen Blutfontänen und sowohl Spieler als auch Gegner blinken kurz auf, wenn sie Schaden erleiden. Ergänzt werden diese Effekte durch Bildschirmerschütterungen und schwebende Textanzeigen, die beispielsweise den verursachten Schaden darstellen.</a:t>
            </a:r>
          </a:p>
          <a:p>
            <a:r>
              <a:rPr lang="de-DE" sz="1400" dirty="0">
                <a:solidFill>
                  <a:schemeClr val="bg1"/>
                </a:solidFill>
                <a:latin typeface="Tahoma" panose="020B0604030504040204" pitchFamily="34" charset="0"/>
                <a:ea typeface="Tahoma" panose="020B0604030504040204" pitchFamily="34" charset="0"/>
                <a:cs typeface="Tahoma" panose="020B0604030504040204" pitchFamily="34" charset="0"/>
              </a:rPr>
              <a:t>Das Spiel besitzt außerdem mehrere Spielzustände. Im Hauptmenü kann eine neue Partie gestartet oder das Spiel beendet werden. Während des Spiels ist jederzeit ein Pausenmodus verfügbar. Nach dem Tod des Spielers erscheint ein Game-Over-Bildschirm mit der erreichten Punktzahl, der Anzahl besiegter Zombies sowie der höchsten überstandenen Welle.</a:t>
            </a:r>
          </a:p>
          <a:p>
            <a:r>
              <a:rPr lang="de-DE" sz="1400" dirty="0">
                <a:solidFill>
                  <a:schemeClr val="bg1"/>
                </a:solidFill>
                <a:latin typeface="Tahoma" panose="020B0604030504040204" pitchFamily="34" charset="0"/>
                <a:ea typeface="Tahoma" panose="020B0604030504040204" pitchFamily="34" charset="0"/>
                <a:cs typeface="Tahoma" panose="020B0604030504040204" pitchFamily="34" charset="0"/>
              </a:rPr>
              <a:t>Technisch basiert das Spiel auf einer einfachen AABB-Kollisionserkennung für Hindernisse, Wände und Projektile. Die Zombie-KI verfolgt den Spieler kontinuierlich und wird durch kleine Bewegungsanimationen ergänzt. Beute wird zufällig beim Tod eines Zombies erzeugt und automatisch eingesammelt, sobald sich der Spieler in ihrer Nähe befindet. Für die Darstellung werden Matrixtransformationen verwendet, um die 3D-Welt auf den Bildschirm zu projizieren, während Kugeln mithilfe von Sub-</a:t>
            </a:r>
            <a:r>
              <a:rPr lang="de-DE" sz="1400" dirty="0" err="1">
                <a:solidFill>
                  <a:schemeClr val="bg1"/>
                </a:solidFill>
                <a:latin typeface="Tahoma" panose="020B0604030504040204" pitchFamily="34" charset="0"/>
                <a:ea typeface="Tahoma" panose="020B0604030504040204" pitchFamily="34" charset="0"/>
                <a:cs typeface="Tahoma" panose="020B0604030504040204" pitchFamily="34" charset="0"/>
              </a:rPr>
              <a:t>Stepping</a:t>
            </a:r>
            <a:r>
              <a:rPr lang="de-DE" sz="1400" dirty="0">
                <a:solidFill>
                  <a:schemeClr val="bg1"/>
                </a:solidFill>
                <a:latin typeface="Tahoma" panose="020B0604030504040204" pitchFamily="34" charset="0"/>
                <a:ea typeface="Tahoma" panose="020B0604030504040204" pitchFamily="34" charset="0"/>
                <a:cs typeface="Tahoma" panose="020B0604030504040204" pitchFamily="34" charset="0"/>
              </a:rPr>
              <a:t> berechnet werden, um auch bei hoher Geschwindigkeit zuverlässige Kollisionen zu gewährleisten.</a:t>
            </a:r>
          </a:p>
          <a:p>
            <a:r>
              <a:rPr lang="de-DE" sz="1400" dirty="0">
                <a:solidFill>
                  <a:schemeClr val="bg1"/>
                </a:solidFill>
                <a:latin typeface="Tahoma" panose="020B0604030504040204" pitchFamily="34" charset="0"/>
                <a:ea typeface="Tahoma" panose="020B0604030504040204" pitchFamily="34" charset="0"/>
                <a:cs typeface="Tahoma" panose="020B0604030504040204" pitchFamily="34" charset="0"/>
              </a:rPr>
              <a:t>Die Steuerung erfolgt über die WASD-Tasten zur Bewegung, die Umschalttaste zum Sprinten, die Maus zum Zielen sowie die linke Maustaste zum Schießen. Mit der Taste </a:t>
            </a:r>
            <a:r>
              <a:rPr lang="de-DE" sz="1400" b="1" dirty="0">
                <a:solidFill>
                  <a:schemeClr val="bg1"/>
                </a:solidFill>
                <a:latin typeface="Tahoma" panose="020B0604030504040204" pitchFamily="34" charset="0"/>
                <a:ea typeface="Tahoma" panose="020B0604030504040204" pitchFamily="34" charset="0"/>
                <a:cs typeface="Tahoma" panose="020B0604030504040204" pitchFamily="34" charset="0"/>
              </a:rPr>
              <a:t>R</a:t>
            </a:r>
            <a:r>
              <a:rPr lang="de-DE" sz="1400" dirty="0">
                <a:solidFill>
                  <a:schemeClr val="bg1"/>
                </a:solidFill>
                <a:latin typeface="Tahoma" panose="020B0604030504040204" pitchFamily="34" charset="0"/>
                <a:ea typeface="Tahoma" panose="020B0604030504040204" pitchFamily="34" charset="0"/>
                <a:cs typeface="Tahoma" panose="020B0604030504040204" pitchFamily="34" charset="0"/>
              </a:rPr>
              <a:t> wird nachgeladen, über die Tasten </a:t>
            </a:r>
            <a:r>
              <a:rPr lang="de-DE" sz="1400" b="1" dirty="0">
                <a:solidFill>
                  <a:schemeClr val="bg1"/>
                </a:solidFill>
                <a:latin typeface="Tahoma" panose="020B0604030504040204" pitchFamily="34" charset="0"/>
                <a:ea typeface="Tahoma" panose="020B0604030504040204" pitchFamily="34" charset="0"/>
                <a:cs typeface="Tahoma" panose="020B0604030504040204" pitchFamily="34" charset="0"/>
              </a:rPr>
              <a:t>1</a:t>
            </a:r>
            <a:r>
              <a:rPr lang="de-DE" sz="1400" dirty="0">
                <a:solidFill>
                  <a:schemeClr val="bg1"/>
                </a:solidFill>
                <a:latin typeface="Tahoma" panose="020B0604030504040204" pitchFamily="34" charset="0"/>
                <a:ea typeface="Tahoma" panose="020B0604030504040204" pitchFamily="34" charset="0"/>
                <a:cs typeface="Tahoma" panose="020B0604030504040204" pitchFamily="34" charset="0"/>
              </a:rPr>
              <a:t>, </a:t>
            </a:r>
            <a:r>
              <a:rPr lang="de-DE" sz="1400" b="1" dirty="0">
                <a:solidFill>
                  <a:schemeClr val="bg1"/>
                </a:solidFill>
                <a:latin typeface="Tahoma" panose="020B0604030504040204" pitchFamily="34" charset="0"/>
                <a:ea typeface="Tahoma" panose="020B0604030504040204" pitchFamily="34" charset="0"/>
                <a:cs typeface="Tahoma" panose="020B0604030504040204" pitchFamily="34" charset="0"/>
              </a:rPr>
              <a:t>2</a:t>
            </a:r>
            <a:r>
              <a:rPr lang="de-DE" sz="1400" dirty="0">
                <a:solidFill>
                  <a:schemeClr val="bg1"/>
                </a:solidFill>
                <a:latin typeface="Tahoma" panose="020B0604030504040204" pitchFamily="34" charset="0"/>
                <a:ea typeface="Tahoma" panose="020B0604030504040204" pitchFamily="34" charset="0"/>
                <a:cs typeface="Tahoma" panose="020B0604030504040204" pitchFamily="34" charset="0"/>
              </a:rPr>
              <a:t> und </a:t>
            </a:r>
            <a:r>
              <a:rPr lang="de-DE" sz="1400" b="1" dirty="0">
                <a:solidFill>
                  <a:schemeClr val="bg1"/>
                </a:solidFill>
                <a:latin typeface="Tahoma" panose="020B0604030504040204" pitchFamily="34" charset="0"/>
                <a:ea typeface="Tahoma" panose="020B0604030504040204" pitchFamily="34" charset="0"/>
                <a:cs typeface="Tahoma" panose="020B0604030504040204" pitchFamily="34" charset="0"/>
              </a:rPr>
              <a:t>3</a:t>
            </a:r>
            <a:r>
              <a:rPr lang="de-DE" sz="1400" dirty="0">
                <a:solidFill>
                  <a:schemeClr val="bg1"/>
                </a:solidFill>
                <a:latin typeface="Tahoma" panose="020B0604030504040204" pitchFamily="34" charset="0"/>
                <a:ea typeface="Tahoma" panose="020B0604030504040204" pitchFamily="34" charset="0"/>
                <a:cs typeface="Tahoma" panose="020B0604030504040204" pitchFamily="34" charset="0"/>
              </a:rPr>
              <a:t> zwischen den Waffen gewechselt, </a:t>
            </a:r>
            <a:r>
              <a:rPr lang="de-DE" sz="1400" b="1" dirty="0">
                <a:solidFill>
                  <a:schemeClr val="bg1"/>
                </a:solidFill>
                <a:latin typeface="Tahoma" panose="020B0604030504040204" pitchFamily="34" charset="0"/>
                <a:ea typeface="Tahoma" panose="020B0604030504040204" pitchFamily="34" charset="0"/>
                <a:cs typeface="Tahoma" panose="020B0604030504040204" pitchFamily="34" charset="0"/>
              </a:rPr>
              <a:t>F</a:t>
            </a:r>
            <a:r>
              <a:rPr lang="de-DE" sz="1400" dirty="0">
                <a:solidFill>
                  <a:schemeClr val="bg1"/>
                </a:solidFill>
                <a:latin typeface="Tahoma" panose="020B0604030504040204" pitchFamily="34" charset="0"/>
                <a:ea typeface="Tahoma" panose="020B0604030504040204" pitchFamily="34" charset="0"/>
                <a:cs typeface="Tahoma" panose="020B0604030504040204" pitchFamily="34" charset="0"/>
              </a:rPr>
              <a:t> verwendet ein </a:t>
            </a:r>
            <a:r>
              <a:rPr lang="de-DE" sz="1400" dirty="0" err="1">
                <a:solidFill>
                  <a:schemeClr val="bg1"/>
                </a:solidFill>
                <a:latin typeface="Tahoma" panose="020B0604030504040204" pitchFamily="34" charset="0"/>
                <a:ea typeface="Tahoma" panose="020B0604030504040204" pitchFamily="34" charset="0"/>
                <a:cs typeface="Tahoma" panose="020B0604030504040204" pitchFamily="34" charset="0"/>
              </a:rPr>
              <a:t>Medkit</a:t>
            </a:r>
            <a:r>
              <a:rPr lang="de-DE" sz="1400" dirty="0">
                <a:solidFill>
                  <a:schemeClr val="bg1"/>
                </a:solidFill>
                <a:latin typeface="Tahoma" panose="020B0604030504040204" pitchFamily="34" charset="0"/>
                <a:ea typeface="Tahoma" panose="020B0604030504040204" pitchFamily="34" charset="0"/>
                <a:cs typeface="Tahoma" panose="020B0604030504040204" pitchFamily="34" charset="0"/>
              </a:rPr>
              <a:t> und </a:t>
            </a:r>
            <a:r>
              <a:rPr lang="de-DE" sz="1400" b="1" dirty="0">
                <a:solidFill>
                  <a:schemeClr val="bg1"/>
                </a:solidFill>
                <a:latin typeface="Tahoma" panose="020B0604030504040204" pitchFamily="34" charset="0"/>
                <a:ea typeface="Tahoma" panose="020B0604030504040204" pitchFamily="34" charset="0"/>
                <a:cs typeface="Tahoma" panose="020B0604030504040204" pitchFamily="34" charset="0"/>
              </a:rPr>
              <a:t>ESC</a:t>
            </a:r>
            <a:r>
              <a:rPr lang="de-DE" sz="1400" dirty="0">
                <a:solidFill>
                  <a:schemeClr val="bg1"/>
                </a:solidFill>
                <a:latin typeface="Tahoma" panose="020B0604030504040204" pitchFamily="34" charset="0"/>
                <a:ea typeface="Tahoma" panose="020B0604030504040204" pitchFamily="34" charset="0"/>
                <a:cs typeface="Tahoma" panose="020B0604030504040204" pitchFamily="34" charset="0"/>
              </a:rPr>
              <a:t> öffnet das Pausenmenü.</a:t>
            </a:r>
          </a:p>
          <a:p>
            <a:r>
              <a:rPr lang="de-DE" sz="1400" dirty="0">
                <a:solidFill>
                  <a:schemeClr val="bg1"/>
                </a:solidFill>
                <a:latin typeface="Tahoma" panose="020B0604030504040204" pitchFamily="34" charset="0"/>
                <a:ea typeface="Tahoma" panose="020B0604030504040204" pitchFamily="34" charset="0"/>
                <a:cs typeface="Tahoma" panose="020B0604030504040204" pitchFamily="34" charset="0"/>
              </a:rPr>
              <a:t>Insgesamt handelt es sich um einen vollständigen Arcade-Zombie-Shooter mit prozedural erzeugter 3D-Grafik, synthetisch generierten Soundeffekten und abwechslungsreichem Gameplay, der vollständig in einer einzigen Python-Datei umgesetzt wurde.</a:t>
            </a:r>
          </a:p>
        </p:txBody>
      </p:sp>
    </p:spTree>
    <p:extLst>
      <p:ext uri="{BB962C8B-B14F-4D97-AF65-F5344CB8AC3E}">
        <p14:creationId xmlns:p14="http://schemas.microsoft.com/office/powerpoint/2010/main" val="361604269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719814" y="595015"/>
            <a:ext cx="4405897" cy="474464"/>
          </a:xfrm>
          <a:prstGeom prst="rect">
            <a:avLst/>
          </a:prstGeom>
          <a:noFill/>
          <a:ln/>
        </p:spPr>
        <p:txBody>
          <a:bodyPr wrap="none" lIns="0" tIns="0" rIns="0" bIns="0" rtlCol="0" anchor="t"/>
          <a:lstStyle/>
          <a:p>
            <a:pPr marL="0" indent="0" algn="l">
              <a:lnSpc>
                <a:spcPct val="104000"/>
              </a:lnSpc>
              <a:buNone/>
            </a:pPr>
            <a:r>
              <a:rPr lang="en-US" sz="2400" dirty="0">
                <a:solidFill>
                  <a:srgbClr val="F5F0F0"/>
                </a:solidFill>
                <a:latin typeface="Tahoma" panose="020B0604030504040204" pitchFamily="34" charset="0"/>
                <a:ea typeface="Tahoma" panose="020B0604030504040204" pitchFamily="34" charset="0"/>
                <a:cs typeface="Tahoma" panose="020B0604030504040204" pitchFamily="34" charset="0"/>
              </a:rPr>
              <a:t>Projektstrucktur</a:t>
            </a:r>
            <a:endParaRPr lang="en-US" sz="2400" dirty="0">
              <a:latin typeface="Tahoma" panose="020B0604030504040204" pitchFamily="34" charset="0"/>
              <a:ea typeface="Tahoma" panose="020B0604030504040204" pitchFamily="34" charset="0"/>
              <a:cs typeface="Tahoma" panose="020B0604030504040204" pitchFamily="34" charset="0"/>
            </a:endParaRPr>
          </a:p>
        </p:txBody>
      </p:sp>
      <p:sp>
        <p:nvSpPr>
          <p:cNvPr id="3" name="Text 1"/>
          <p:cNvSpPr/>
          <p:nvPr/>
        </p:nvSpPr>
        <p:spPr>
          <a:xfrm>
            <a:off x="719814" y="1201141"/>
            <a:ext cx="11361652" cy="211237"/>
          </a:xfrm>
          <a:prstGeom prst="rect">
            <a:avLst/>
          </a:prstGeom>
          <a:noFill/>
          <a:ln/>
        </p:spPr>
        <p:txBody>
          <a:bodyPr wrap="none" lIns="0" tIns="0" rIns="0" bIns="0" rtlCol="0" anchor="t"/>
          <a:lstStyle/>
          <a:p>
            <a:pPr algn="l">
              <a:lnSpc>
                <a:spcPct val="116000"/>
              </a:lnSpc>
              <a:buSzPct val="100000"/>
            </a:pPr>
            <a:r>
              <a:rPr lang="en-US" sz="2400" dirty="0">
                <a:solidFill>
                  <a:srgbClr val="E2E6E9"/>
                </a:solidFill>
                <a:latin typeface="Tahoma" panose="020B0604030504040204" pitchFamily="34" charset="0"/>
                <a:ea typeface="Tahoma" panose="020B0604030504040204" pitchFamily="34" charset="0"/>
                <a:cs typeface="Tahoma" panose="020B0604030504040204" pitchFamily="34" charset="0"/>
              </a:rPr>
              <a:t>Womit arbeiten wir?</a:t>
            </a:r>
            <a:endParaRPr lang="en-US" sz="2400" dirty="0">
              <a:latin typeface="Tahoma" panose="020B0604030504040204" pitchFamily="34" charset="0"/>
              <a:ea typeface="Tahoma" panose="020B0604030504040204" pitchFamily="34" charset="0"/>
              <a:cs typeface="Tahoma" panose="020B0604030504040204" pitchFamily="34" charset="0"/>
            </a:endParaRPr>
          </a:p>
        </p:txBody>
      </p:sp>
      <p:sp>
        <p:nvSpPr>
          <p:cNvPr id="4" name="Text 2"/>
          <p:cNvSpPr/>
          <p:nvPr/>
        </p:nvSpPr>
        <p:spPr>
          <a:xfrm>
            <a:off x="719814" y="2087507"/>
            <a:ext cx="10752067" cy="1252140"/>
          </a:xfrm>
          <a:prstGeom prst="rect">
            <a:avLst/>
          </a:prstGeom>
          <a:noFill/>
          <a:ln/>
        </p:spPr>
        <p:txBody>
          <a:bodyPr wrap="square" lIns="0" tIns="0" rIns="0" bIns="0" rtlCol="0" anchor="t">
            <a:noAutofit/>
          </a:bodyPr>
          <a:lstStyle/>
          <a:p>
            <a:pPr marL="233680" indent="-233680" algn="l">
              <a:lnSpc>
                <a:spcPct val="116000"/>
              </a:lnSpc>
              <a:buSzPct val="100000"/>
              <a:buFont typeface="+mj-lt"/>
              <a:buAutoNum type="arabicPeriod"/>
            </a:pPr>
            <a:r>
              <a:rPr lang="en-US" sz="2400" dirty="0">
                <a:solidFill>
                  <a:srgbClr val="E2E6E9"/>
                </a:solidFill>
                <a:latin typeface="Tahoma" panose="020B0604030504040204" pitchFamily="34" charset="0"/>
                <a:ea typeface="Tahoma" panose="020B0604030504040204" pitchFamily="34" charset="0"/>
                <a:cs typeface="Tahoma" panose="020B0604030504040204" pitchFamily="34" charset="0"/>
              </a:rPr>
              <a:t>Pygame</a:t>
            </a:r>
            <a:endParaRPr lang="en-US" sz="2400" dirty="0">
              <a:latin typeface="Tahoma" panose="020B0604030504040204" pitchFamily="34" charset="0"/>
              <a:ea typeface="Tahoma" panose="020B0604030504040204" pitchFamily="34" charset="0"/>
              <a:cs typeface="Tahoma" panose="020B0604030504040204" pitchFamily="34" charset="0"/>
            </a:endParaRPr>
          </a:p>
          <a:p>
            <a:pPr marL="233680" indent="-233680" algn="l">
              <a:lnSpc>
                <a:spcPct val="116000"/>
              </a:lnSpc>
              <a:buSzPct val="100000"/>
              <a:buFont typeface="+mj-lt"/>
              <a:buAutoNum type="arabicPeriod" startAt="2"/>
            </a:pPr>
            <a:r>
              <a:rPr lang="en-US" sz="2400" dirty="0">
                <a:solidFill>
                  <a:srgbClr val="E2E6E9"/>
                </a:solidFill>
                <a:latin typeface="Tahoma" panose="020B0604030504040204" pitchFamily="34" charset="0"/>
                <a:ea typeface="Tahoma" panose="020B0604030504040204" pitchFamily="34" charset="0"/>
                <a:cs typeface="Tahoma" panose="020B0604030504040204" pitchFamily="34" charset="0"/>
              </a:rPr>
              <a:t>Numpy</a:t>
            </a:r>
            <a:endParaRPr lang="en-US" sz="2400" dirty="0">
              <a:latin typeface="Tahoma" panose="020B0604030504040204" pitchFamily="34" charset="0"/>
              <a:ea typeface="Tahoma" panose="020B0604030504040204" pitchFamily="34" charset="0"/>
              <a:cs typeface="Tahoma" panose="020B0604030504040204" pitchFamily="34" charset="0"/>
            </a:endParaRPr>
          </a:p>
          <a:p>
            <a:pPr marL="233680" indent="-233680" algn="l">
              <a:lnSpc>
                <a:spcPct val="116000"/>
              </a:lnSpc>
              <a:buSzPct val="100000"/>
              <a:buFont typeface="+mj-lt"/>
              <a:buAutoNum type="arabicPeriod" startAt="3"/>
            </a:pPr>
            <a:r>
              <a:rPr lang="en-US" sz="2400" dirty="0">
                <a:solidFill>
                  <a:srgbClr val="E2E6E9"/>
                </a:solidFill>
                <a:latin typeface="Tahoma" panose="020B0604030504040204" pitchFamily="34" charset="0"/>
                <a:ea typeface="Tahoma" panose="020B0604030504040204" pitchFamily="34" charset="0"/>
                <a:cs typeface="Tahoma" panose="020B0604030504040204" pitchFamily="34" charset="0"/>
              </a:rPr>
              <a:t>Git Repository</a:t>
            </a:r>
            <a:endParaRPr lang="en-US" sz="2400" dirty="0">
              <a:latin typeface="Tahoma" panose="020B0604030504040204" pitchFamily="34" charset="0"/>
              <a:ea typeface="Tahoma" panose="020B0604030504040204" pitchFamily="34" charset="0"/>
              <a:cs typeface="Tahoma" panose="020B0604030504040204" pitchFamily="34" charset="0"/>
            </a:endParaRPr>
          </a:p>
          <a:p>
            <a:pPr marL="233680" indent="-233680" algn="l">
              <a:lnSpc>
                <a:spcPct val="116000"/>
              </a:lnSpc>
              <a:buSzPct val="100000"/>
              <a:buFont typeface="+mj-lt"/>
              <a:buAutoNum type="arabicPeriod" startAt="4"/>
            </a:pPr>
            <a:r>
              <a:rPr lang="en-US" sz="2400" dirty="0">
                <a:solidFill>
                  <a:srgbClr val="E2E6E9"/>
                </a:solidFill>
                <a:latin typeface="Tahoma" panose="020B0604030504040204" pitchFamily="34" charset="0"/>
                <a:ea typeface="Tahoma" panose="020B0604030504040204" pitchFamily="34" charset="0"/>
                <a:cs typeface="Tahoma" panose="020B0604030504040204" pitchFamily="34" charset="0"/>
              </a:rPr>
              <a:t>IDE / Editor</a:t>
            </a:r>
            <a:endParaRPr lang="en-US" sz="2400" dirty="0">
              <a:latin typeface="Tahoma" panose="020B0604030504040204" pitchFamily="34" charset="0"/>
              <a:ea typeface="Tahoma" panose="020B0604030504040204" pitchFamily="34" charset="0"/>
              <a:cs typeface="Tahoma" panose="020B0604030504040204" pitchFamily="34" charset="0"/>
            </a:endParaRPr>
          </a:p>
          <a:p>
            <a:pPr marL="233680" indent="-233680" algn="l">
              <a:lnSpc>
                <a:spcPct val="116000"/>
              </a:lnSpc>
              <a:buSzPct val="100000"/>
              <a:buFont typeface="+mj-lt"/>
              <a:buAutoNum type="arabicPeriod" startAt="5"/>
            </a:pPr>
            <a:r>
              <a:rPr lang="en-US" sz="2400" dirty="0">
                <a:solidFill>
                  <a:srgbClr val="E2E6E9"/>
                </a:solidFill>
                <a:latin typeface="Tahoma" panose="020B0604030504040204" pitchFamily="34" charset="0"/>
                <a:ea typeface="Tahoma" panose="020B0604030504040204" pitchFamily="34" charset="0"/>
                <a:cs typeface="Tahoma" panose="020B0604030504040204" pitchFamily="34" charset="0"/>
              </a:rPr>
              <a:t>Virtuelle Umgebung</a:t>
            </a:r>
            <a:endParaRPr lang="en-US" sz="2400" dirty="0">
              <a:latin typeface="Tahoma" panose="020B0604030504040204" pitchFamily="34" charset="0"/>
              <a:ea typeface="Tahoma" panose="020B0604030504040204" pitchFamily="34" charset="0"/>
              <a:cs typeface="Tahoma" panose="020B0604030504040204" pitchFamily="34" charset="0"/>
            </a:endParaRPr>
          </a:p>
          <a:p>
            <a:pPr marL="233680" indent="-233680" algn="l">
              <a:lnSpc>
                <a:spcPct val="116000"/>
              </a:lnSpc>
              <a:buSzPct val="100000"/>
              <a:buFont typeface="+mj-lt"/>
              <a:buAutoNum type="arabicPeriod" startAt="6"/>
            </a:pPr>
            <a:r>
              <a:rPr lang="en-US" sz="2400" dirty="0">
                <a:solidFill>
                  <a:srgbClr val="E2E6E9"/>
                </a:solidFill>
                <a:latin typeface="Tahoma" panose="020B0604030504040204" pitchFamily="34" charset="0"/>
                <a:ea typeface="Tahoma" panose="020B0604030504040204" pitchFamily="34" charset="0"/>
                <a:cs typeface="Tahoma" panose="020B0604030504040204" pitchFamily="34" charset="0"/>
              </a:rPr>
              <a:t>GitHub </a:t>
            </a:r>
            <a:endParaRPr lang="en-US" sz="2400" dirty="0">
              <a:latin typeface="Tahoma" panose="020B0604030504040204" pitchFamily="34" charset="0"/>
              <a:ea typeface="Tahoma" panose="020B0604030504040204" pitchFamily="34" charset="0"/>
              <a:cs typeface="Tahoma" panose="020B0604030504040204" pitchFamily="34" charset="0"/>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0832C2-5A6E-BEA0-5643-AAFBAC1324D4}"/>
            </a:ext>
          </a:extLst>
        </p:cNvPr>
        <p:cNvGrpSpPr/>
        <p:nvPr/>
      </p:nvGrpSpPr>
      <p:grpSpPr>
        <a:xfrm>
          <a:off x="0" y="0"/>
          <a:ext cx="0" cy="0"/>
          <a:chOff x="0" y="0"/>
          <a:chExt cx="0" cy="0"/>
        </a:xfrm>
      </p:grpSpPr>
      <p:sp>
        <p:nvSpPr>
          <p:cNvPr id="5" name="Text 3">
            <a:extLst>
              <a:ext uri="{FF2B5EF4-FFF2-40B4-BE49-F238E27FC236}">
                <a16:creationId xmlns:a16="http://schemas.microsoft.com/office/drawing/2014/main" id="{930DD108-C145-8E30-BC45-828E82943D7E}"/>
              </a:ext>
            </a:extLst>
          </p:cNvPr>
          <p:cNvSpPr/>
          <p:nvPr/>
        </p:nvSpPr>
        <p:spPr>
          <a:xfrm>
            <a:off x="719966" y="331617"/>
            <a:ext cx="11361652" cy="211237"/>
          </a:xfrm>
          <a:prstGeom prst="rect">
            <a:avLst/>
          </a:prstGeom>
          <a:noFill/>
          <a:ln/>
        </p:spPr>
        <p:txBody>
          <a:bodyPr wrap="none" lIns="0" tIns="0" rIns="0" bIns="0" rtlCol="0" anchor="t"/>
          <a:lstStyle/>
          <a:p>
            <a:pPr algn="l">
              <a:lnSpc>
                <a:spcPct val="116000"/>
              </a:lnSpc>
              <a:buSzPct val="100000"/>
            </a:pPr>
            <a:r>
              <a:rPr lang="en-US" sz="2400" dirty="0">
                <a:solidFill>
                  <a:srgbClr val="E2E6E9"/>
                </a:solidFill>
                <a:latin typeface="Tahoma" panose="020B0604030504040204" pitchFamily="34" charset="0"/>
                <a:ea typeface="Tahoma" panose="020B0604030504040204" pitchFamily="34" charset="0"/>
                <a:cs typeface="Tahoma" panose="020B0604030504040204" pitchFamily="34" charset="0"/>
              </a:rPr>
              <a:t>Was brauchen wir im Spiel?</a:t>
            </a:r>
            <a:endParaRPr lang="en-US" sz="2400" dirty="0">
              <a:latin typeface="Tahoma" panose="020B0604030504040204" pitchFamily="34" charset="0"/>
              <a:ea typeface="Tahoma" panose="020B0604030504040204" pitchFamily="34" charset="0"/>
              <a:cs typeface="Tahoma" panose="020B0604030504040204" pitchFamily="34" charset="0"/>
            </a:endParaRPr>
          </a:p>
        </p:txBody>
      </p:sp>
      <p:sp>
        <p:nvSpPr>
          <p:cNvPr id="6" name="Text 4">
            <a:extLst>
              <a:ext uri="{FF2B5EF4-FFF2-40B4-BE49-F238E27FC236}">
                <a16:creationId xmlns:a16="http://schemas.microsoft.com/office/drawing/2014/main" id="{4507D350-15B4-2146-E31F-AF2004A6DFFD}"/>
              </a:ext>
            </a:extLst>
          </p:cNvPr>
          <p:cNvSpPr/>
          <p:nvPr/>
        </p:nvSpPr>
        <p:spPr>
          <a:xfrm>
            <a:off x="719966" y="919157"/>
            <a:ext cx="10752067" cy="3306263"/>
          </a:xfrm>
          <a:prstGeom prst="rect">
            <a:avLst/>
          </a:prstGeom>
          <a:noFill/>
          <a:ln/>
        </p:spPr>
        <p:txBody>
          <a:bodyPr wrap="square" lIns="0" tIns="0" rIns="0" bIns="0" rtlCol="0" anchor="t">
            <a:noAutofit/>
          </a:bodyPr>
          <a:lstStyle/>
          <a:p>
            <a:pPr marL="233680" indent="-233680" algn="l">
              <a:lnSpc>
                <a:spcPct val="116000"/>
              </a:lnSpc>
              <a:buSzPct val="100000"/>
              <a:buFont typeface="+mj-lt"/>
              <a:buAutoNum type="arabicPeriod"/>
            </a:pPr>
            <a:r>
              <a:rPr lang="en-US" sz="2400" dirty="0">
                <a:solidFill>
                  <a:srgbClr val="E2E6E9"/>
                </a:solidFill>
                <a:latin typeface="Tahoma" panose="020B0604030504040204" pitchFamily="34" charset="0"/>
                <a:ea typeface="Tahoma" panose="020B0604030504040204" pitchFamily="34" charset="0"/>
                <a:cs typeface="Tahoma" panose="020B0604030504040204" pitchFamily="34" charset="0"/>
              </a:rPr>
              <a:t>Hud</a:t>
            </a:r>
            <a:endParaRPr lang="en-US" sz="2400" dirty="0">
              <a:latin typeface="Tahoma" panose="020B0604030504040204" pitchFamily="34" charset="0"/>
              <a:ea typeface="Tahoma" panose="020B0604030504040204" pitchFamily="34" charset="0"/>
              <a:cs typeface="Tahoma" panose="020B0604030504040204" pitchFamily="34" charset="0"/>
            </a:endParaRPr>
          </a:p>
          <a:p>
            <a:pPr marL="233680" indent="-233680" algn="l">
              <a:lnSpc>
                <a:spcPct val="116000"/>
              </a:lnSpc>
              <a:buSzPct val="100000"/>
              <a:buFont typeface="+mj-lt"/>
              <a:buAutoNum type="arabicPeriod" startAt="2"/>
            </a:pPr>
            <a:r>
              <a:rPr lang="en-US" sz="2400" dirty="0">
                <a:solidFill>
                  <a:srgbClr val="E2E6E9"/>
                </a:solidFill>
                <a:latin typeface="Tahoma" panose="020B0604030504040204" pitchFamily="34" charset="0"/>
                <a:ea typeface="Tahoma" panose="020B0604030504040204" pitchFamily="34" charset="0"/>
                <a:cs typeface="Tahoma" panose="020B0604030504040204" pitchFamily="34" charset="0"/>
              </a:rPr>
              <a:t>Spieler/Gegner</a:t>
            </a:r>
            <a:endParaRPr lang="en-US" sz="2400" dirty="0">
              <a:latin typeface="Tahoma" panose="020B0604030504040204" pitchFamily="34" charset="0"/>
              <a:ea typeface="Tahoma" panose="020B0604030504040204" pitchFamily="34" charset="0"/>
              <a:cs typeface="Tahoma" panose="020B0604030504040204" pitchFamily="34" charset="0"/>
            </a:endParaRPr>
          </a:p>
          <a:p>
            <a:pPr marL="233680" indent="-233680" algn="l">
              <a:lnSpc>
                <a:spcPct val="116000"/>
              </a:lnSpc>
              <a:buSzPct val="100000"/>
              <a:buFont typeface="+mj-lt"/>
              <a:buAutoNum type="arabicPeriod" startAt="3"/>
            </a:pPr>
            <a:r>
              <a:rPr lang="en-US" sz="2400" dirty="0">
                <a:solidFill>
                  <a:srgbClr val="E2E6E9"/>
                </a:solidFill>
                <a:latin typeface="Tahoma" panose="020B0604030504040204" pitchFamily="34" charset="0"/>
                <a:ea typeface="Tahoma" panose="020B0604030504040204" pitchFamily="34" charset="0"/>
                <a:cs typeface="Tahoma" panose="020B0604030504040204" pitchFamily="34" charset="0"/>
              </a:rPr>
              <a:t>Bewegungen</a:t>
            </a:r>
            <a:endParaRPr lang="en-US" sz="2400" dirty="0">
              <a:latin typeface="Tahoma" panose="020B0604030504040204" pitchFamily="34" charset="0"/>
              <a:ea typeface="Tahoma" panose="020B0604030504040204" pitchFamily="34" charset="0"/>
              <a:cs typeface="Tahoma" panose="020B0604030504040204" pitchFamily="34" charset="0"/>
            </a:endParaRPr>
          </a:p>
          <a:p>
            <a:pPr marL="233680" indent="-233680" algn="l">
              <a:lnSpc>
                <a:spcPct val="116000"/>
              </a:lnSpc>
              <a:buSzPct val="100000"/>
              <a:buFont typeface="+mj-lt"/>
              <a:buAutoNum type="arabicPeriod" startAt="4"/>
            </a:pPr>
            <a:r>
              <a:rPr lang="en-US" sz="2400" dirty="0">
                <a:solidFill>
                  <a:srgbClr val="E2E6E9"/>
                </a:solidFill>
                <a:latin typeface="Tahoma" panose="020B0604030504040204" pitchFamily="34" charset="0"/>
                <a:ea typeface="Tahoma" panose="020B0604030504040204" pitchFamily="34" charset="0"/>
                <a:cs typeface="Tahoma" panose="020B0604030504040204" pitchFamily="34" charset="0"/>
              </a:rPr>
              <a:t>Karten/Maps</a:t>
            </a:r>
            <a:endParaRPr lang="en-US" sz="2400" dirty="0">
              <a:latin typeface="Tahoma" panose="020B0604030504040204" pitchFamily="34" charset="0"/>
              <a:ea typeface="Tahoma" panose="020B0604030504040204" pitchFamily="34" charset="0"/>
              <a:cs typeface="Tahoma" panose="020B0604030504040204" pitchFamily="34" charset="0"/>
            </a:endParaRPr>
          </a:p>
          <a:p>
            <a:pPr marL="233680" indent="-233680" algn="l">
              <a:lnSpc>
                <a:spcPct val="116000"/>
              </a:lnSpc>
              <a:buSzPct val="100000"/>
              <a:buFont typeface="+mj-lt"/>
              <a:buAutoNum type="arabicPeriod" startAt="5"/>
            </a:pPr>
            <a:r>
              <a:rPr lang="en-US" sz="2400" dirty="0">
                <a:solidFill>
                  <a:srgbClr val="E2E6E9"/>
                </a:solidFill>
                <a:latin typeface="Tahoma" panose="020B0604030504040204" pitchFamily="34" charset="0"/>
                <a:ea typeface="Tahoma" panose="020B0604030504040204" pitchFamily="34" charset="0"/>
                <a:cs typeface="Tahoma" panose="020B0604030504040204" pitchFamily="34" charset="0"/>
              </a:rPr>
              <a:t>Angriffe</a:t>
            </a:r>
            <a:endParaRPr lang="en-US" sz="2400" dirty="0">
              <a:latin typeface="Tahoma" panose="020B0604030504040204" pitchFamily="34" charset="0"/>
              <a:ea typeface="Tahoma" panose="020B0604030504040204" pitchFamily="34" charset="0"/>
              <a:cs typeface="Tahoma" panose="020B0604030504040204" pitchFamily="34" charset="0"/>
            </a:endParaRPr>
          </a:p>
          <a:p>
            <a:pPr marL="233680" indent="-233680" algn="l">
              <a:lnSpc>
                <a:spcPct val="116000"/>
              </a:lnSpc>
              <a:buSzPct val="100000"/>
              <a:buFont typeface="+mj-lt"/>
              <a:buAutoNum type="arabicPeriod" startAt="6"/>
            </a:pPr>
            <a:r>
              <a:rPr lang="en-US" sz="2400" dirty="0">
                <a:solidFill>
                  <a:srgbClr val="E2E6E9"/>
                </a:solidFill>
                <a:latin typeface="Tahoma" panose="020B0604030504040204" pitchFamily="34" charset="0"/>
                <a:ea typeface="Tahoma" panose="020B0604030504040204" pitchFamily="34" charset="0"/>
                <a:cs typeface="Tahoma" panose="020B0604030504040204" pitchFamily="34" charset="0"/>
              </a:rPr>
              <a:t>Menüsystem</a:t>
            </a:r>
            <a:endParaRPr lang="en-US" sz="2400" dirty="0">
              <a:latin typeface="Tahoma" panose="020B0604030504040204" pitchFamily="34" charset="0"/>
              <a:ea typeface="Tahoma" panose="020B0604030504040204" pitchFamily="34" charset="0"/>
              <a:cs typeface="Tahoma" panose="020B0604030504040204" pitchFamily="34" charset="0"/>
            </a:endParaRPr>
          </a:p>
          <a:p>
            <a:pPr marL="233680" indent="-233680" algn="l">
              <a:lnSpc>
                <a:spcPct val="116000"/>
              </a:lnSpc>
              <a:buSzPct val="100000"/>
              <a:buFont typeface="+mj-lt"/>
              <a:buAutoNum type="arabicPeriod" startAt="7"/>
            </a:pPr>
            <a:r>
              <a:rPr lang="en-US" sz="2400" dirty="0">
                <a:solidFill>
                  <a:srgbClr val="E2E6E9"/>
                </a:solidFill>
                <a:latin typeface="Tahoma" panose="020B0604030504040204" pitchFamily="34" charset="0"/>
                <a:ea typeface="Tahoma" panose="020B0604030504040204" pitchFamily="34" charset="0"/>
                <a:cs typeface="Tahoma" panose="020B0604030504040204" pitchFamily="34" charset="0"/>
              </a:rPr>
              <a:t>Levelsystem</a:t>
            </a:r>
            <a:endParaRPr lang="en-US" sz="2400" dirty="0">
              <a:latin typeface="Tahoma" panose="020B0604030504040204" pitchFamily="34" charset="0"/>
              <a:ea typeface="Tahoma" panose="020B0604030504040204" pitchFamily="34" charset="0"/>
              <a:cs typeface="Tahoma" panose="020B0604030504040204" pitchFamily="34" charset="0"/>
            </a:endParaRPr>
          </a:p>
          <a:p>
            <a:pPr marL="233680" indent="-233680" algn="l">
              <a:lnSpc>
                <a:spcPct val="116000"/>
              </a:lnSpc>
              <a:buSzPct val="100000"/>
              <a:buFont typeface="+mj-lt"/>
              <a:buAutoNum type="arabicPeriod" startAt="8"/>
            </a:pPr>
            <a:r>
              <a:rPr lang="en-US" sz="2400" dirty="0">
                <a:solidFill>
                  <a:srgbClr val="E2E6E9"/>
                </a:solidFill>
                <a:latin typeface="Tahoma" panose="020B0604030504040204" pitchFamily="34" charset="0"/>
                <a:ea typeface="Tahoma" panose="020B0604030504040204" pitchFamily="34" charset="0"/>
                <a:cs typeface="Tahoma" panose="020B0604030504040204" pitchFamily="34" charset="0"/>
              </a:rPr>
              <a:t>Inventar</a:t>
            </a:r>
            <a:endParaRPr lang="en-US" sz="2400" dirty="0">
              <a:latin typeface="Tahoma" panose="020B0604030504040204" pitchFamily="34" charset="0"/>
              <a:ea typeface="Tahoma" panose="020B0604030504040204" pitchFamily="34" charset="0"/>
              <a:cs typeface="Tahoma" panose="020B0604030504040204" pitchFamily="34" charset="0"/>
            </a:endParaRPr>
          </a:p>
        </p:txBody>
      </p:sp>
      <p:sp>
        <p:nvSpPr>
          <p:cNvPr id="7" name="Text 5">
            <a:extLst>
              <a:ext uri="{FF2B5EF4-FFF2-40B4-BE49-F238E27FC236}">
                <a16:creationId xmlns:a16="http://schemas.microsoft.com/office/drawing/2014/main" id="{E2B441FB-3E4E-801D-68F0-4AB526B341D2}"/>
              </a:ext>
            </a:extLst>
          </p:cNvPr>
          <p:cNvSpPr/>
          <p:nvPr/>
        </p:nvSpPr>
        <p:spPr>
          <a:xfrm>
            <a:off x="719966" y="4601724"/>
            <a:ext cx="11361652" cy="211237"/>
          </a:xfrm>
          <a:prstGeom prst="rect">
            <a:avLst/>
          </a:prstGeom>
          <a:noFill/>
          <a:ln/>
        </p:spPr>
        <p:txBody>
          <a:bodyPr wrap="none" lIns="0" tIns="0" rIns="0" bIns="0" rtlCol="0" anchor="t"/>
          <a:lstStyle/>
          <a:p>
            <a:pPr algn="l">
              <a:lnSpc>
                <a:spcPct val="116000"/>
              </a:lnSpc>
              <a:buSzPct val="100000"/>
            </a:pPr>
            <a:r>
              <a:rPr lang="en-US" sz="2400" dirty="0">
                <a:solidFill>
                  <a:srgbClr val="E2E6E9"/>
                </a:solidFill>
                <a:latin typeface="Tahoma" panose="020B0604030504040204" pitchFamily="34" charset="0"/>
                <a:ea typeface="Tahoma" panose="020B0604030504040204" pitchFamily="34" charset="0"/>
                <a:cs typeface="Tahoma" panose="020B0604030504040204" pitchFamily="34" charset="0"/>
              </a:rPr>
              <a:t>Projektmanagement</a:t>
            </a:r>
            <a:endParaRPr lang="en-US" sz="2400" dirty="0">
              <a:latin typeface="Tahoma" panose="020B0604030504040204" pitchFamily="34" charset="0"/>
              <a:ea typeface="Tahoma" panose="020B0604030504040204" pitchFamily="34" charset="0"/>
              <a:cs typeface="Tahoma" panose="020B0604030504040204" pitchFamily="34" charset="0"/>
            </a:endParaRPr>
          </a:p>
        </p:txBody>
      </p:sp>
      <p:sp>
        <p:nvSpPr>
          <p:cNvPr id="8" name="Text 6">
            <a:extLst>
              <a:ext uri="{FF2B5EF4-FFF2-40B4-BE49-F238E27FC236}">
                <a16:creationId xmlns:a16="http://schemas.microsoft.com/office/drawing/2014/main" id="{B5E249F1-D772-F522-4631-B5D35B005350}"/>
              </a:ext>
            </a:extLst>
          </p:cNvPr>
          <p:cNvSpPr/>
          <p:nvPr/>
        </p:nvSpPr>
        <p:spPr>
          <a:xfrm>
            <a:off x="719966" y="5059186"/>
            <a:ext cx="10752067" cy="1298482"/>
          </a:xfrm>
          <a:prstGeom prst="rect">
            <a:avLst/>
          </a:prstGeom>
          <a:noFill/>
          <a:ln/>
        </p:spPr>
        <p:txBody>
          <a:bodyPr wrap="square" lIns="0" tIns="0" rIns="0" bIns="0" rtlCol="0" anchor="t">
            <a:noAutofit/>
          </a:bodyPr>
          <a:lstStyle/>
          <a:p>
            <a:pPr marL="233680" indent="-233680" algn="l">
              <a:lnSpc>
                <a:spcPct val="116000"/>
              </a:lnSpc>
              <a:buSzPct val="100000"/>
              <a:buFont typeface="+mj-lt"/>
              <a:buAutoNum type="arabicPeriod"/>
            </a:pPr>
            <a:r>
              <a:rPr lang="en-US" sz="2400" dirty="0">
                <a:solidFill>
                  <a:srgbClr val="E2E6E9"/>
                </a:solidFill>
                <a:latin typeface="Tahoma" panose="020B0604030504040204" pitchFamily="34" charset="0"/>
                <a:ea typeface="Tahoma" panose="020B0604030504040204" pitchFamily="34" charset="0"/>
                <a:cs typeface="Tahoma" panose="020B0604030504040204" pitchFamily="34" charset="0"/>
              </a:rPr>
              <a:t>Meilensteine</a:t>
            </a:r>
            <a:endParaRPr lang="en-US" sz="2400" dirty="0">
              <a:latin typeface="Tahoma" panose="020B0604030504040204" pitchFamily="34" charset="0"/>
              <a:ea typeface="Tahoma" panose="020B0604030504040204" pitchFamily="34" charset="0"/>
              <a:cs typeface="Tahoma" panose="020B0604030504040204" pitchFamily="34" charset="0"/>
            </a:endParaRPr>
          </a:p>
          <a:p>
            <a:pPr marL="233680" indent="-233680" algn="l">
              <a:lnSpc>
                <a:spcPct val="116000"/>
              </a:lnSpc>
              <a:buSzPct val="100000"/>
              <a:buFont typeface="+mj-lt"/>
              <a:buAutoNum type="arabicPeriod" startAt="2"/>
            </a:pPr>
            <a:r>
              <a:rPr lang="en-US" sz="2400" dirty="0">
                <a:solidFill>
                  <a:srgbClr val="E2E6E9"/>
                </a:solidFill>
                <a:latin typeface="Tahoma" panose="020B0604030504040204" pitchFamily="34" charset="0"/>
                <a:ea typeface="Tahoma" panose="020B0604030504040204" pitchFamily="34" charset="0"/>
                <a:cs typeface="Tahoma" panose="020B0604030504040204" pitchFamily="34" charset="0"/>
              </a:rPr>
              <a:t>Zeitplan</a:t>
            </a:r>
            <a:endParaRPr lang="en-US" sz="2400" dirty="0">
              <a:latin typeface="Tahoma" panose="020B0604030504040204" pitchFamily="34" charset="0"/>
              <a:ea typeface="Tahoma" panose="020B0604030504040204" pitchFamily="34" charset="0"/>
              <a:cs typeface="Tahoma" panose="020B0604030504040204" pitchFamily="34" charset="0"/>
            </a:endParaRPr>
          </a:p>
          <a:p>
            <a:pPr marL="233680" indent="-233680" algn="l">
              <a:lnSpc>
                <a:spcPct val="116000"/>
              </a:lnSpc>
              <a:buSzPct val="100000"/>
              <a:buFont typeface="+mj-lt"/>
              <a:buAutoNum type="arabicPeriod" startAt="3"/>
            </a:pPr>
            <a:r>
              <a:rPr lang="en-US" sz="2400" dirty="0">
                <a:solidFill>
                  <a:srgbClr val="E2E6E9"/>
                </a:solidFill>
                <a:latin typeface="Tahoma" panose="020B0604030504040204" pitchFamily="34" charset="0"/>
                <a:ea typeface="Tahoma" panose="020B0604030504040204" pitchFamily="34" charset="0"/>
                <a:cs typeface="Tahoma" panose="020B0604030504040204" pitchFamily="34" charset="0"/>
              </a:rPr>
              <a:t>Rollen und Verantwortlichkeiten</a:t>
            </a:r>
            <a:endParaRPr lang="en-US" sz="2400" dirty="0">
              <a:latin typeface="Tahoma" panose="020B0604030504040204" pitchFamily="34" charset="0"/>
              <a:ea typeface="Tahoma" panose="020B0604030504040204" pitchFamily="34" charset="0"/>
              <a:cs typeface="Tahoma" panose="020B0604030504040204" pitchFamily="34" charset="0"/>
            </a:endParaRPr>
          </a:p>
        </p:txBody>
      </p:sp>
      <p:pic>
        <p:nvPicPr>
          <p:cNvPr id="9" name="Moving">
            <a:hlinkClick r:id="" action="ppaction://media"/>
            <a:extLst>
              <a:ext uri="{FF2B5EF4-FFF2-40B4-BE49-F238E27FC236}">
                <a16:creationId xmlns:a16="http://schemas.microsoft.com/office/drawing/2014/main" id="{3637C1B0-D469-436E-B6F8-D0A799DD4045}"/>
              </a:ext>
            </a:extLst>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5021178" y="1554645"/>
            <a:ext cx="6270941" cy="3504541"/>
          </a:xfrm>
          <a:prstGeom prst="rect">
            <a:avLst/>
          </a:prstGeom>
        </p:spPr>
      </p:pic>
    </p:spTree>
    <p:extLst>
      <p:ext uri="{BB962C8B-B14F-4D97-AF65-F5344CB8AC3E}">
        <p14:creationId xmlns:p14="http://schemas.microsoft.com/office/powerpoint/2010/main" val="134158030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 fill="hold"/>
                                        <p:tgtEl>
                                          <p:spTgt spid="9"/>
                                        </p:tgtEl>
                                      </p:cBhvr>
                                    </p:cmd>
                                  </p:childTnLst>
                                </p:cTn>
                              </p:par>
                            </p:childTnLst>
                          </p:cTn>
                        </p:par>
                      </p:childTnLst>
                    </p:cTn>
                  </p:par>
                </p:childTnLst>
              </p:cTn>
              <p:prevCondLst>
                <p:cond evt="onPrev" delay="0">
                  <p:tgtEl>
                    <p:sldTgt/>
                  </p:tgtEl>
                </p:cond>
              </p:prevCondLst>
              <p:nextCondLst>
                <p:cond evt="onNext" delay="0">
                  <p:tgtEl>
                    <p:sldTgt/>
                  </p:tgtEl>
                </p:cond>
              </p:nextCondLst>
            </p:seq>
            <p:seq concurrent="1" nextAc="seek">
              <p:cTn id="7" restart="whenNotActive" fill="hold" evtFilter="cancelBubble" nodeType="interactiveSeq">
                <p:stCondLst>
                  <p:cond evt="onClick" delay="0">
                    <p:tgtEl>
                      <p:spTgt spid="9"/>
                    </p:tgtEl>
                  </p:cond>
                </p:stCondLst>
                <p:endSync evt="end" delay="0">
                  <p:rtn val="all"/>
                </p:endSync>
                <p:childTnLst>
                  <p:par>
                    <p:cTn id="8" fill="hold">
                      <p:stCondLst>
                        <p:cond delay="0"/>
                      </p:stCondLst>
                      <p:childTnLst>
                        <p:par>
                          <p:cTn id="9" fill="hold">
                            <p:stCondLst>
                              <p:cond delay="0"/>
                            </p:stCondLst>
                            <p:childTnLst>
                              <p:par>
                                <p:cTn id="10" presetID="2" presetClass="mediacall" presetSubtype="0" fill="hold" nodeType="clickEffect">
                                  <p:stCondLst>
                                    <p:cond delay="0"/>
                                  </p:stCondLst>
                                  <p:childTnLst>
                                    <p:cmd type="call" cmd="togglePause">
                                      <p:cBhvr>
                                        <p:cTn id="11" dur="1" fill="hold"/>
                                        <p:tgtEl>
                                          <p:spTgt spid="9"/>
                                        </p:tgtEl>
                                      </p:cBhvr>
                                    </p:cmd>
                                  </p:childTnLst>
                                </p:cTn>
                              </p:par>
                            </p:childTnLst>
                          </p:cTn>
                        </p:par>
                      </p:childTnLst>
                    </p:cTn>
                  </p:par>
                </p:childTnLst>
              </p:cTn>
              <p:nextCondLst>
                <p:cond evt="onClick" delay="0">
                  <p:tgtEl>
                    <p:spTgt spid="9"/>
                  </p:tgtEl>
                </p:cond>
              </p:nextCondLst>
            </p:seq>
            <p:video>
              <p:cMediaNode vol="80000">
                <p:cTn id="12" fill="hold" display="0">
                  <p:stCondLst>
                    <p:cond delay="indefinite"/>
                  </p:stCondLst>
                </p:cTn>
                <p:tgtEl>
                  <p:spTgt spid="9"/>
                </p:tgtEl>
              </p:cMediaNode>
            </p:video>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719814" y="580330"/>
            <a:ext cx="3690845" cy="385167"/>
          </a:xfrm>
          <a:prstGeom prst="rect">
            <a:avLst/>
          </a:prstGeom>
          <a:noFill/>
          <a:ln/>
        </p:spPr>
        <p:txBody>
          <a:bodyPr wrap="none" lIns="0" tIns="0" rIns="0" bIns="0" rtlCol="0" anchor="t"/>
          <a:lstStyle/>
          <a:p>
            <a:pPr marL="0" indent="0" algn="l">
              <a:lnSpc>
                <a:spcPct val="104000"/>
              </a:lnSpc>
              <a:buNone/>
            </a:pPr>
            <a:r>
              <a:rPr lang="en-US" sz="2400" dirty="0">
                <a:solidFill>
                  <a:srgbClr val="F5F0F0"/>
                </a:solidFill>
                <a:latin typeface="Tahoma" panose="020B0604030504040204" pitchFamily="34" charset="0"/>
                <a:ea typeface="Tahoma" panose="020B0604030504040204" pitchFamily="34" charset="0"/>
                <a:cs typeface="Tahoma" panose="020B0604030504040204" pitchFamily="34" charset="0"/>
              </a:rPr>
              <a:t>Implementierung</a:t>
            </a:r>
            <a:endParaRPr lang="en-US" sz="2400" dirty="0">
              <a:latin typeface="Tahoma" panose="020B0604030504040204" pitchFamily="34" charset="0"/>
              <a:ea typeface="Tahoma" panose="020B0604030504040204" pitchFamily="34" charset="0"/>
              <a:cs typeface="Tahoma" panose="020B0604030504040204" pitchFamily="34" charset="0"/>
            </a:endParaRPr>
          </a:p>
        </p:txBody>
      </p:sp>
      <p:sp>
        <p:nvSpPr>
          <p:cNvPr id="3" name="Text 1"/>
          <p:cNvSpPr/>
          <p:nvPr/>
        </p:nvSpPr>
        <p:spPr>
          <a:xfrm>
            <a:off x="719814" y="1113135"/>
            <a:ext cx="10752067" cy="524272"/>
          </a:xfrm>
          <a:prstGeom prst="rect">
            <a:avLst/>
          </a:prstGeom>
          <a:noFill/>
          <a:ln/>
        </p:spPr>
        <p:txBody>
          <a:bodyPr wrap="square" lIns="0" tIns="0" rIns="0" bIns="0" rtlCol="0" anchor="t">
            <a:normAutofit/>
          </a:bodyPr>
          <a:lstStyle/>
          <a:p>
            <a:pPr marL="193040" indent="-193040" algn="l">
              <a:lnSpc>
                <a:spcPct val="107000"/>
              </a:lnSpc>
              <a:buSzPct val="100000"/>
              <a:buChar char="•"/>
            </a:pPr>
            <a:r>
              <a:rPr lang="en-US" sz="950" dirty="0">
                <a:solidFill>
                  <a:srgbClr val="E2E6E9"/>
                </a:solidFill>
                <a:latin typeface="Tahoma" panose="020B0604030504040204" pitchFamily="34" charset="0"/>
                <a:ea typeface="Tahoma" panose="020B0604030504040204" pitchFamily="34" charset="0"/>
                <a:cs typeface="Tahoma" panose="020B0604030504040204" pitchFamily="34" charset="0"/>
              </a:rPr>
              <a:t>Zugeweisene Funktionen Coden</a:t>
            </a:r>
            <a:endParaRPr lang="en-US" sz="950" dirty="0">
              <a:latin typeface="Tahoma" panose="020B0604030504040204" pitchFamily="34" charset="0"/>
              <a:ea typeface="Tahoma" panose="020B0604030504040204" pitchFamily="34" charset="0"/>
              <a:cs typeface="Tahoma" panose="020B0604030504040204" pitchFamily="34" charset="0"/>
            </a:endParaRPr>
          </a:p>
          <a:p>
            <a:pPr marL="193040" indent="-193040" algn="l">
              <a:lnSpc>
                <a:spcPct val="107000"/>
              </a:lnSpc>
              <a:buSzPct val="100000"/>
              <a:buChar char="•"/>
            </a:pPr>
            <a:r>
              <a:rPr lang="en-US" sz="950" dirty="0">
                <a:solidFill>
                  <a:srgbClr val="E2E6E9"/>
                </a:solidFill>
                <a:latin typeface="Tahoma" panose="020B0604030504040204" pitchFamily="34" charset="0"/>
                <a:ea typeface="Tahoma" panose="020B0604030504040204" pitchFamily="34" charset="0"/>
                <a:cs typeface="Tahoma" panose="020B0604030504040204" pitchFamily="34" charset="0"/>
              </a:rPr>
              <a:t>Verbinden der Funktionen</a:t>
            </a:r>
            <a:endParaRPr lang="en-US" sz="950" dirty="0">
              <a:latin typeface="Tahoma" panose="020B0604030504040204" pitchFamily="34" charset="0"/>
              <a:ea typeface="Tahoma" panose="020B0604030504040204" pitchFamily="34" charset="0"/>
              <a:cs typeface="Tahoma" panose="020B0604030504040204" pitchFamily="34" charset="0"/>
            </a:endParaRPr>
          </a:p>
          <a:p>
            <a:pPr marL="193040" indent="-193040" algn="l">
              <a:lnSpc>
                <a:spcPct val="107000"/>
              </a:lnSpc>
              <a:buSzPct val="100000"/>
              <a:buChar char="•"/>
            </a:pPr>
            <a:r>
              <a:rPr lang="en-US" sz="950" dirty="0">
                <a:solidFill>
                  <a:srgbClr val="E2E6E9"/>
                </a:solidFill>
                <a:latin typeface="Tahoma" panose="020B0604030504040204" pitchFamily="34" charset="0"/>
                <a:ea typeface="Tahoma" panose="020B0604030504040204" pitchFamily="34" charset="0"/>
                <a:cs typeface="Tahoma" panose="020B0604030504040204" pitchFamily="34" charset="0"/>
              </a:rPr>
              <a:t>Bug fixing</a:t>
            </a:r>
            <a:endParaRPr lang="en-US" sz="950" dirty="0">
              <a:latin typeface="Tahoma" panose="020B0604030504040204" pitchFamily="34" charset="0"/>
              <a:ea typeface="Tahoma" panose="020B0604030504040204" pitchFamily="34" charset="0"/>
              <a:cs typeface="Tahoma" panose="020B0604030504040204" pitchFamily="34" charset="0"/>
            </a:endParaRPr>
          </a:p>
        </p:txBody>
      </p:sp>
      <p:sp>
        <p:nvSpPr>
          <p:cNvPr id="4" name="Text 2"/>
          <p:cNvSpPr/>
          <p:nvPr/>
        </p:nvSpPr>
        <p:spPr>
          <a:xfrm>
            <a:off x="719814" y="1748135"/>
            <a:ext cx="3946327" cy="230981"/>
          </a:xfrm>
          <a:prstGeom prst="rect">
            <a:avLst/>
          </a:prstGeom>
          <a:noFill/>
          <a:ln/>
        </p:spPr>
        <p:txBody>
          <a:bodyPr wrap="none" lIns="0" tIns="0" rIns="0" bIns="0" rtlCol="0" anchor="t"/>
          <a:lstStyle/>
          <a:p>
            <a:pPr marL="0" indent="0" algn="l">
              <a:lnSpc>
                <a:spcPct val="104000"/>
              </a:lnSpc>
              <a:buNone/>
            </a:pPr>
            <a:r>
              <a:rPr lang="en-US" sz="1450" dirty="0">
                <a:solidFill>
                  <a:srgbClr val="F5F0F0"/>
                </a:solidFill>
                <a:latin typeface="Tahoma" panose="020B0604030504040204" pitchFamily="34" charset="0"/>
                <a:ea typeface="Tahoma" panose="020B0604030504040204" pitchFamily="34" charset="0"/>
                <a:cs typeface="Tahoma" panose="020B0604030504040204" pitchFamily="34" charset="0"/>
              </a:rPr>
              <a:t>Detaillierte Schritte für die Codierung</a:t>
            </a:r>
            <a:endParaRPr lang="en-US" sz="1450" dirty="0">
              <a:latin typeface="Tahoma" panose="020B0604030504040204" pitchFamily="34" charset="0"/>
              <a:ea typeface="Tahoma" panose="020B0604030504040204" pitchFamily="34" charset="0"/>
              <a:cs typeface="Tahoma" panose="020B0604030504040204" pitchFamily="34" charset="0"/>
            </a:endParaRPr>
          </a:p>
        </p:txBody>
      </p:sp>
      <p:sp>
        <p:nvSpPr>
          <p:cNvPr id="5" name="Text 3"/>
          <p:cNvSpPr/>
          <p:nvPr/>
        </p:nvSpPr>
        <p:spPr>
          <a:xfrm>
            <a:off x="719814" y="2089845"/>
            <a:ext cx="10752067" cy="707628"/>
          </a:xfrm>
          <a:prstGeom prst="rect">
            <a:avLst/>
          </a:prstGeom>
          <a:noFill/>
          <a:ln/>
        </p:spPr>
        <p:txBody>
          <a:bodyPr wrap="square" lIns="0" tIns="0" rIns="0" bIns="0" rtlCol="0" anchor="t">
            <a:normAutofit/>
          </a:bodyPr>
          <a:lstStyle/>
          <a:p>
            <a:pPr marL="193040" indent="-193040" algn="l">
              <a:lnSpc>
                <a:spcPct val="107000"/>
              </a:lnSpc>
              <a:buSzPct val="100000"/>
              <a:buChar char="•"/>
            </a:pPr>
            <a:r>
              <a:rPr lang="en-US" sz="950" dirty="0">
                <a:solidFill>
                  <a:srgbClr val="E2E6E9"/>
                </a:solidFill>
                <a:latin typeface="Tahoma" panose="020B0604030504040204" pitchFamily="34" charset="0"/>
                <a:ea typeface="Tahoma" panose="020B0604030504040204" pitchFamily="34" charset="0"/>
                <a:cs typeface="Tahoma" panose="020B0604030504040204" pitchFamily="34" charset="0"/>
              </a:rPr>
              <a:t>Klassenstruktur definieren</a:t>
            </a:r>
            <a:endParaRPr lang="en-US" sz="950" dirty="0">
              <a:latin typeface="Tahoma" panose="020B0604030504040204" pitchFamily="34" charset="0"/>
              <a:ea typeface="Tahoma" panose="020B0604030504040204" pitchFamily="34" charset="0"/>
              <a:cs typeface="Tahoma" panose="020B0604030504040204" pitchFamily="34" charset="0"/>
            </a:endParaRPr>
          </a:p>
          <a:p>
            <a:pPr marL="193040" indent="-193040" algn="l">
              <a:lnSpc>
                <a:spcPct val="107000"/>
              </a:lnSpc>
              <a:buSzPct val="100000"/>
              <a:buChar char="•"/>
            </a:pPr>
            <a:r>
              <a:rPr lang="en-US" sz="950" dirty="0">
                <a:solidFill>
                  <a:srgbClr val="E2E6E9"/>
                </a:solidFill>
                <a:latin typeface="Tahoma" panose="020B0604030504040204" pitchFamily="34" charset="0"/>
                <a:ea typeface="Tahoma" panose="020B0604030504040204" pitchFamily="34" charset="0"/>
                <a:cs typeface="Tahoma" panose="020B0604030504040204" pitchFamily="34" charset="0"/>
              </a:rPr>
              <a:t>Kollisionserkennung implementieren</a:t>
            </a:r>
            <a:endParaRPr lang="en-US" sz="950" dirty="0">
              <a:latin typeface="Tahoma" panose="020B0604030504040204" pitchFamily="34" charset="0"/>
              <a:ea typeface="Tahoma" panose="020B0604030504040204" pitchFamily="34" charset="0"/>
              <a:cs typeface="Tahoma" panose="020B0604030504040204" pitchFamily="34" charset="0"/>
            </a:endParaRPr>
          </a:p>
          <a:p>
            <a:pPr marL="193040" indent="-193040" algn="l">
              <a:lnSpc>
                <a:spcPct val="107000"/>
              </a:lnSpc>
              <a:buSzPct val="100000"/>
              <a:buChar char="•"/>
            </a:pPr>
            <a:r>
              <a:rPr lang="en-US" sz="950" dirty="0">
                <a:solidFill>
                  <a:srgbClr val="E2E6E9"/>
                </a:solidFill>
                <a:latin typeface="Tahoma" panose="020B0604030504040204" pitchFamily="34" charset="0"/>
                <a:ea typeface="Tahoma" panose="020B0604030504040204" pitchFamily="34" charset="0"/>
                <a:cs typeface="Tahoma" panose="020B0604030504040204" pitchFamily="34" charset="0"/>
              </a:rPr>
              <a:t>Rendering-System aufbauen</a:t>
            </a:r>
            <a:endParaRPr lang="en-US" sz="950" dirty="0">
              <a:latin typeface="Tahoma" panose="020B0604030504040204" pitchFamily="34" charset="0"/>
              <a:ea typeface="Tahoma" panose="020B0604030504040204" pitchFamily="34" charset="0"/>
              <a:cs typeface="Tahoma" panose="020B0604030504040204" pitchFamily="34" charset="0"/>
            </a:endParaRPr>
          </a:p>
          <a:p>
            <a:pPr marL="193040" indent="-193040" algn="l">
              <a:lnSpc>
                <a:spcPct val="107000"/>
              </a:lnSpc>
              <a:buSzPct val="100000"/>
              <a:buChar char="•"/>
            </a:pPr>
            <a:r>
              <a:rPr lang="en-US" sz="950" dirty="0">
                <a:solidFill>
                  <a:srgbClr val="E2E6E9"/>
                </a:solidFill>
                <a:latin typeface="Tahoma" panose="020B0604030504040204" pitchFamily="34" charset="0"/>
                <a:ea typeface="Tahoma" panose="020B0604030504040204" pitchFamily="34" charset="0"/>
                <a:cs typeface="Tahoma" panose="020B0604030504040204" pitchFamily="34" charset="0"/>
              </a:rPr>
              <a:t>Spielobjekte und Zustände sauber organisieren</a:t>
            </a:r>
            <a:endParaRPr lang="en-US" sz="950" dirty="0">
              <a:latin typeface="Tahoma" panose="020B0604030504040204" pitchFamily="34" charset="0"/>
              <a:ea typeface="Tahoma" panose="020B0604030504040204" pitchFamily="34" charset="0"/>
              <a:cs typeface="Tahoma" panose="020B0604030504040204" pitchFamily="34" charset="0"/>
            </a:endParaRPr>
          </a:p>
        </p:txBody>
      </p:sp>
      <p:sp>
        <p:nvSpPr>
          <p:cNvPr id="6" name="Text 4"/>
          <p:cNvSpPr/>
          <p:nvPr/>
        </p:nvSpPr>
        <p:spPr>
          <a:xfrm>
            <a:off x="719814" y="2908201"/>
            <a:ext cx="2949204" cy="230981"/>
          </a:xfrm>
          <a:prstGeom prst="rect">
            <a:avLst/>
          </a:prstGeom>
          <a:noFill/>
          <a:ln/>
        </p:spPr>
        <p:txBody>
          <a:bodyPr wrap="none" lIns="0" tIns="0" rIns="0" bIns="0" rtlCol="0" anchor="t"/>
          <a:lstStyle/>
          <a:p>
            <a:pPr marL="0" indent="0" algn="l">
              <a:lnSpc>
                <a:spcPct val="104000"/>
              </a:lnSpc>
              <a:buNone/>
            </a:pPr>
            <a:r>
              <a:rPr lang="en-US" sz="1450" dirty="0">
                <a:solidFill>
                  <a:srgbClr val="F5F0F0"/>
                </a:solidFill>
                <a:latin typeface="Tahoma" panose="020B0604030504040204" pitchFamily="34" charset="0"/>
                <a:ea typeface="Tahoma" panose="020B0604030504040204" pitchFamily="34" charset="0"/>
                <a:cs typeface="Tahoma" panose="020B0604030504040204" pitchFamily="34" charset="0"/>
              </a:rPr>
              <a:t>Verbinden der Funktionen</a:t>
            </a:r>
            <a:endParaRPr lang="en-US" sz="1450" dirty="0">
              <a:latin typeface="Tahoma" panose="020B0604030504040204" pitchFamily="34" charset="0"/>
              <a:ea typeface="Tahoma" panose="020B0604030504040204" pitchFamily="34" charset="0"/>
              <a:cs typeface="Tahoma" panose="020B0604030504040204" pitchFamily="34" charset="0"/>
            </a:endParaRPr>
          </a:p>
        </p:txBody>
      </p:sp>
      <p:sp>
        <p:nvSpPr>
          <p:cNvPr id="7" name="Text 5"/>
          <p:cNvSpPr/>
          <p:nvPr/>
        </p:nvSpPr>
        <p:spPr>
          <a:xfrm>
            <a:off x="719814" y="3249910"/>
            <a:ext cx="10752067" cy="707628"/>
          </a:xfrm>
          <a:prstGeom prst="rect">
            <a:avLst/>
          </a:prstGeom>
          <a:noFill/>
          <a:ln/>
        </p:spPr>
        <p:txBody>
          <a:bodyPr wrap="square" lIns="0" tIns="0" rIns="0" bIns="0" rtlCol="0" anchor="t">
            <a:normAutofit/>
          </a:bodyPr>
          <a:lstStyle/>
          <a:p>
            <a:pPr marL="193040" indent="-193040" algn="l">
              <a:lnSpc>
                <a:spcPct val="107000"/>
              </a:lnSpc>
              <a:buSzPct val="100000"/>
              <a:buChar char="•"/>
            </a:pPr>
            <a:r>
              <a:rPr lang="en-US" sz="950" dirty="0">
                <a:solidFill>
                  <a:srgbClr val="E2E6E9"/>
                </a:solidFill>
                <a:latin typeface="Tahoma" panose="020B0604030504040204" pitchFamily="34" charset="0"/>
                <a:ea typeface="Tahoma" panose="020B0604030504040204" pitchFamily="34" charset="0"/>
                <a:cs typeface="Tahoma" panose="020B0604030504040204" pitchFamily="34" charset="0"/>
              </a:rPr>
              <a:t>Spielerbewegung mit Eingaben verknüpfen</a:t>
            </a:r>
            <a:endParaRPr lang="en-US" sz="950" dirty="0">
              <a:latin typeface="Tahoma" panose="020B0604030504040204" pitchFamily="34" charset="0"/>
              <a:ea typeface="Tahoma" panose="020B0604030504040204" pitchFamily="34" charset="0"/>
              <a:cs typeface="Tahoma" panose="020B0604030504040204" pitchFamily="34" charset="0"/>
            </a:endParaRPr>
          </a:p>
          <a:p>
            <a:pPr marL="193040" indent="-193040" algn="l">
              <a:lnSpc>
                <a:spcPct val="107000"/>
              </a:lnSpc>
              <a:buSzPct val="100000"/>
              <a:buChar char="•"/>
            </a:pPr>
            <a:r>
              <a:rPr lang="en-US" sz="950" dirty="0">
                <a:solidFill>
                  <a:srgbClr val="E2E6E9"/>
                </a:solidFill>
                <a:latin typeface="Tahoma" panose="020B0604030504040204" pitchFamily="34" charset="0"/>
                <a:ea typeface="Tahoma" panose="020B0604030504040204" pitchFamily="34" charset="0"/>
                <a:cs typeface="Tahoma" panose="020B0604030504040204" pitchFamily="34" charset="0"/>
              </a:rPr>
              <a:t>Angriffe mit Gegner-Logik verbinden</a:t>
            </a:r>
            <a:endParaRPr lang="en-US" sz="950" dirty="0">
              <a:latin typeface="Tahoma" panose="020B0604030504040204" pitchFamily="34" charset="0"/>
              <a:ea typeface="Tahoma" panose="020B0604030504040204" pitchFamily="34" charset="0"/>
              <a:cs typeface="Tahoma" panose="020B0604030504040204" pitchFamily="34" charset="0"/>
            </a:endParaRPr>
          </a:p>
          <a:p>
            <a:pPr marL="193040" indent="-193040" algn="l">
              <a:lnSpc>
                <a:spcPct val="107000"/>
              </a:lnSpc>
              <a:buSzPct val="100000"/>
              <a:buChar char="•"/>
            </a:pPr>
            <a:r>
              <a:rPr lang="en-US" sz="950" dirty="0">
                <a:solidFill>
                  <a:srgbClr val="E2E6E9"/>
                </a:solidFill>
                <a:latin typeface="Tahoma" panose="020B0604030504040204" pitchFamily="34" charset="0"/>
                <a:ea typeface="Tahoma" panose="020B0604030504040204" pitchFamily="34" charset="0"/>
                <a:cs typeface="Tahoma" panose="020B0604030504040204" pitchFamily="34" charset="0"/>
              </a:rPr>
              <a:t>Hud mit Spielstatus synchronisieren</a:t>
            </a:r>
            <a:endParaRPr lang="en-US" sz="950" dirty="0">
              <a:latin typeface="Tahoma" panose="020B0604030504040204" pitchFamily="34" charset="0"/>
              <a:ea typeface="Tahoma" panose="020B0604030504040204" pitchFamily="34" charset="0"/>
              <a:cs typeface="Tahoma" panose="020B0604030504040204" pitchFamily="34" charset="0"/>
            </a:endParaRPr>
          </a:p>
          <a:p>
            <a:pPr marL="193040" indent="-193040" algn="l">
              <a:lnSpc>
                <a:spcPct val="107000"/>
              </a:lnSpc>
              <a:buSzPct val="100000"/>
              <a:buChar char="•"/>
            </a:pPr>
            <a:r>
              <a:rPr lang="en-US" sz="950" dirty="0">
                <a:solidFill>
                  <a:srgbClr val="E2E6E9"/>
                </a:solidFill>
                <a:latin typeface="Tahoma" panose="020B0604030504040204" pitchFamily="34" charset="0"/>
                <a:ea typeface="Tahoma" panose="020B0604030504040204" pitchFamily="34" charset="0"/>
                <a:cs typeface="Tahoma" panose="020B0604030504040204" pitchFamily="34" charset="0"/>
              </a:rPr>
              <a:t>Karten- und Map-Wechsel integrieren</a:t>
            </a:r>
            <a:endParaRPr lang="en-US" sz="950" dirty="0">
              <a:latin typeface="Tahoma" panose="020B0604030504040204" pitchFamily="34" charset="0"/>
              <a:ea typeface="Tahoma" panose="020B0604030504040204" pitchFamily="34" charset="0"/>
              <a:cs typeface="Tahoma" panose="020B0604030504040204" pitchFamily="34" charset="0"/>
            </a:endParaRPr>
          </a:p>
        </p:txBody>
      </p:sp>
      <p:sp>
        <p:nvSpPr>
          <p:cNvPr id="8" name="Text 6"/>
          <p:cNvSpPr/>
          <p:nvPr/>
        </p:nvSpPr>
        <p:spPr>
          <a:xfrm>
            <a:off x="719814" y="4068266"/>
            <a:ext cx="2458281" cy="230981"/>
          </a:xfrm>
          <a:prstGeom prst="rect">
            <a:avLst/>
          </a:prstGeom>
          <a:noFill/>
          <a:ln/>
        </p:spPr>
        <p:txBody>
          <a:bodyPr wrap="none" lIns="0" tIns="0" rIns="0" bIns="0" rtlCol="0" anchor="t"/>
          <a:lstStyle/>
          <a:p>
            <a:pPr marL="0" indent="0" algn="l">
              <a:lnSpc>
                <a:spcPct val="104000"/>
              </a:lnSpc>
              <a:buNone/>
            </a:pPr>
            <a:r>
              <a:rPr lang="en-US" sz="1450" dirty="0">
                <a:solidFill>
                  <a:srgbClr val="F5F0F0"/>
                </a:solidFill>
                <a:latin typeface="Tahoma" panose="020B0604030504040204" pitchFamily="34" charset="0"/>
                <a:ea typeface="Tahoma" panose="020B0604030504040204" pitchFamily="34" charset="0"/>
                <a:cs typeface="Tahoma" panose="020B0604030504040204" pitchFamily="34" charset="0"/>
              </a:rPr>
              <a:t>Bug fixing</a:t>
            </a:r>
            <a:endParaRPr lang="en-US" sz="1450" dirty="0">
              <a:latin typeface="Tahoma" panose="020B0604030504040204" pitchFamily="34" charset="0"/>
              <a:ea typeface="Tahoma" panose="020B0604030504040204" pitchFamily="34" charset="0"/>
              <a:cs typeface="Tahoma" panose="020B0604030504040204" pitchFamily="34" charset="0"/>
            </a:endParaRPr>
          </a:p>
        </p:txBody>
      </p:sp>
      <p:sp>
        <p:nvSpPr>
          <p:cNvPr id="9" name="Text 7"/>
          <p:cNvSpPr/>
          <p:nvPr/>
        </p:nvSpPr>
        <p:spPr>
          <a:xfrm>
            <a:off x="719814" y="4409976"/>
            <a:ext cx="10752067" cy="707628"/>
          </a:xfrm>
          <a:prstGeom prst="rect">
            <a:avLst/>
          </a:prstGeom>
          <a:noFill/>
          <a:ln/>
        </p:spPr>
        <p:txBody>
          <a:bodyPr wrap="square" lIns="0" tIns="0" rIns="0" bIns="0" rtlCol="0" anchor="t">
            <a:normAutofit/>
          </a:bodyPr>
          <a:lstStyle/>
          <a:p>
            <a:pPr marL="193040" indent="-193040" algn="l">
              <a:lnSpc>
                <a:spcPct val="107000"/>
              </a:lnSpc>
              <a:buSzPct val="100000"/>
              <a:buChar char="•"/>
            </a:pPr>
            <a:r>
              <a:rPr lang="en-US" sz="950" dirty="0">
                <a:solidFill>
                  <a:srgbClr val="E2E6E9"/>
                </a:solidFill>
                <a:latin typeface="Tahoma" panose="020B0604030504040204" pitchFamily="34" charset="0"/>
                <a:ea typeface="Tahoma" panose="020B0604030504040204" pitchFamily="34" charset="0"/>
                <a:cs typeface="Tahoma" panose="020B0604030504040204" pitchFamily="34" charset="0"/>
              </a:rPr>
              <a:t>Einzelne Funktionen isoliert testen</a:t>
            </a:r>
            <a:endParaRPr lang="en-US" sz="950" dirty="0">
              <a:latin typeface="Tahoma" panose="020B0604030504040204" pitchFamily="34" charset="0"/>
              <a:ea typeface="Tahoma" panose="020B0604030504040204" pitchFamily="34" charset="0"/>
              <a:cs typeface="Tahoma" panose="020B0604030504040204" pitchFamily="34" charset="0"/>
            </a:endParaRPr>
          </a:p>
          <a:p>
            <a:pPr marL="193040" indent="-193040" algn="l">
              <a:lnSpc>
                <a:spcPct val="107000"/>
              </a:lnSpc>
              <a:buSzPct val="100000"/>
              <a:buChar char="•"/>
            </a:pPr>
            <a:r>
              <a:rPr lang="en-US" sz="950" dirty="0">
                <a:solidFill>
                  <a:srgbClr val="E2E6E9"/>
                </a:solidFill>
                <a:latin typeface="Tahoma" panose="020B0604030504040204" pitchFamily="34" charset="0"/>
                <a:ea typeface="Tahoma" panose="020B0604030504040204" pitchFamily="34" charset="0"/>
                <a:cs typeface="Tahoma" panose="020B0604030504040204" pitchFamily="34" charset="0"/>
              </a:rPr>
              <a:t>Integrationstests für Spielabläufe durchführen</a:t>
            </a:r>
            <a:endParaRPr lang="en-US" sz="950" dirty="0">
              <a:latin typeface="Tahoma" panose="020B0604030504040204" pitchFamily="34" charset="0"/>
              <a:ea typeface="Tahoma" panose="020B0604030504040204" pitchFamily="34" charset="0"/>
              <a:cs typeface="Tahoma" panose="020B0604030504040204" pitchFamily="34" charset="0"/>
            </a:endParaRPr>
          </a:p>
          <a:p>
            <a:pPr marL="193040" indent="-193040" algn="l">
              <a:lnSpc>
                <a:spcPct val="107000"/>
              </a:lnSpc>
              <a:buSzPct val="100000"/>
              <a:buChar char="•"/>
            </a:pPr>
            <a:r>
              <a:rPr lang="en-US" sz="950" dirty="0">
                <a:solidFill>
                  <a:srgbClr val="E2E6E9"/>
                </a:solidFill>
                <a:latin typeface="Tahoma" panose="020B0604030504040204" pitchFamily="34" charset="0"/>
                <a:ea typeface="Tahoma" panose="020B0604030504040204" pitchFamily="34" charset="0"/>
                <a:cs typeface="Tahoma" panose="020B0604030504040204" pitchFamily="34" charset="0"/>
              </a:rPr>
              <a:t>Fehler mit Logging und Debug-Ausgaben analysieren</a:t>
            </a:r>
            <a:endParaRPr lang="en-US" sz="950" dirty="0">
              <a:latin typeface="Tahoma" panose="020B0604030504040204" pitchFamily="34" charset="0"/>
              <a:ea typeface="Tahoma" panose="020B0604030504040204" pitchFamily="34" charset="0"/>
              <a:cs typeface="Tahoma" panose="020B0604030504040204" pitchFamily="34" charset="0"/>
            </a:endParaRPr>
          </a:p>
          <a:p>
            <a:pPr marL="193040" indent="-193040" algn="l">
              <a:lnSpc>
                <a:spcPct val="107000"/>
              </a:lnSpc>
              <a:buSzPct val="100000"/>
              <a:buChar char="•"/>
            </a:pPr>
            <a:r>
              <a:rPr lang="en-US" sz="950" dirty="0">
                <a:solidFill>
                  <a:srgbClr val="E2E6E9"/>
                </a:solidFill>
                <a:latin typeface="Tahoma" panose="020B0604030504040204" pitchFamily="34" charset="0"/>
                <a:ea typeface="Tahoma" panose="020B0604030504040204" pitchFamily="34" charset="0"/>
                <a:cs typeface="Tahoma" panose="020B0604030504040204" pitchFamily="34" charset="0"/>
              </a:rPr>
              <a:t>Randfälle und Performance-Probleme prüfen</a:t>
            </a:r>
            <a:endParaRPr lang="en-US" sz="950" dirty="0">
              <a:latin typeface="Tahoma" panose="020B0604030504040204" pitchFamily="34" charset="0"/>
              <a:ea typeface="Tahoma" panose="020B0604030504040204" pitchFamily="34" charset="0"/>
              <a:cs typeface="Tahoma" panose="020B0604030504040204" pitchFamily="34" charset="0"/>
            </a:endParaRPr>
          </a:p>
        </p:txBody>
      </p:sp>
      <p:sp>
        <p:nvSpPr>
          <p:cNvPr id="10" name="Text 8"/>
          <p:cNvSpPr/>
          <p:nvPr/>
        </p:nvSpPr>
        <p:spPr>
          <a:xfrm>
            <a:off x="719814" y="5228332"/>
            <a:ext cx="3327515" cy="230981"/>
          </a:xfrm>
          <a:prstGeom prst="rect">
            <a:avLst/>
          </a:prstGeom>
          <a:noFill/>
          <a:ln/>
        </p:spPr>
        <p:txBody>
          <a:bodyPr wrap="none" lIns="0" tIns="0" rIns="0" bIns="0" rtlCol="0" anchor="t"/>
          <a:lstStyle/>
          <a:p>
            <a:pPr marL="0" indent="0" algn="l">
              <a:lnSpc>
                <a:spcPct val="104000"/>
              </a:lnSpc>
              <a:buNone/>
            </a:pPr>
            <a:r>
              <a:rPr lang="en-US" sz="1450" dirty="0">
                <a:solidFill>
                  <a:srgbClr val="F5F0F0"/>
                </a:solidFill>
                <a:latin typeface="Tahoma" panose="020B0604030504040204" pitchFamily="34" charset="0"/>
                <a:ea typeface="Tahoma" panose="020B0604030504040204" pitchFamily="34" charset="0"/>
                <a:cs typeface="Tahoma" panose="020B0604030504040204" pitchFamily="34" charset="0"/>
              </a:rPr>
              <a:t>Code Review und Optimierung</a:t>
            </a:r>
            <a:endParaRPr lang="en-US" sz="1450" dirty="0">
              <a:latin typeface="Tahoma" panose="020B0604030504040204" pitchFamily="34" charset="0"/>
              <a:ea typeface="Tahoma" panose="020B0604030504040204" pitchFamily="34" charset="0"/>
              <a:cs typeface="Tahoma" panose="020B0604030504040204" pitchFamily="34" charset="0"/>
            </a:endParaRPr>
          </a:p>
        </p:txBody>
      </p:sp>
      <p:sp>
        <p:nvSpPr>
          <p:cNvPr id="11" name="Text 9"/>
          <p:cNvSpPr/>
          <p:nvPr/>
        </p:nvSpPr>
        <p:spPr>
          <a:xfrm>
            <a:off x="719814" y="5570041"/>
            <a:ext cx="10752067" cy="707628"/>
          </a:xfrm>
          <a:prstGeom prst="rect">
            <a:avLst/>
          </a:prstGeom>
          <a:noFill/>
          <a:ln/>
        </p:spPr>
        <p:txBody>
          <a:bodyPr wrap="square" lIns="0" tIns="0" rIns="0" bIns="0" rtlCol="0" anchor="t">
            <a:normAutofit/>
          </a:bodyPr>
          <a:lstStyle/>
          <a:p>
            <a:pPr marL="193040" indent="-193040" algn="l">
              <a:lnSpc>
                <a:spcPct val="107000"/>
              </a:lnSpc>
              <a:buSzPct val="100000"/>
              <a:buChar char="•"/>
            </a:pPr>
            <a:r>
              <a:rPr lang="en-US" sz="950" dirty="0">
                <a:solidFill>
                  <a:srgbClr val="E2E6E9"/>
                </a:solidFill>
                <a:latin typeface="Tahoma" panose="020B0604030504040204" pitchFamily="34" charset="0"/>
                <a:ea typeface="Tahoma" panose="020B0604030504040204" pitchFamily="34" charset="0"/>
                <a:cs typeface="Tahoma" panose="020B0604030504040204" pitchFamily="34" charset="0"/>
              </a:rPr>
              <a:t>Code auf Lesbarkeit und Struktur prüfen</a:t>
            </a:r>
            <a:endParaRPr lang="en-US" sz="950" dirty="0">
              <a:latin typeface="Tahoma" panose="020B0604030504040204" pitchFamily="34" charset="0"/>
              <a:ea typeface="Tahoma" panose="020B0604030504040204" pitchFamily="34" charset="0"/>
              <a:cs typeface="Tahoma" panose="020B0604030504040204" pitchFamily="34" charset="0"/>
            </a:endParaRPr>
          </a:p>
          <a:p>
            <a:pPr marL="193040" indent="-193040" algn="l">
              <a:lnSpc>
                <a:spcPct val="107000"/>
              </a:lnSpc>
              <a:buSzPct val="100000"/>
              <a:buChar char="•"/>
            </a:pPr>
            <a:r>
              <a:rPr lang="en-US" sz="950" dirty="0">
                <a:solidFill>
                  <a:srgbClr val="E2E6E9"/>
                </a:solidFill>
                <a:latin typeface="Tahoma" panose="020B0604030504040204" pitchFamily="34" charset="0"/>
                <a:ea typeface="Tahoma" panose="020B0604030504040204" pitchFamily="34" charset="0"/>
                <a:cs typeface="Tahoma" panose="020B0604030504040204" pitchFamily="34" charset="0"/>
              </a:rPr>
              <a:t>Duplikate entfernen und Funktionen vereinfachen</a:t>
            </a:r>
            <a:endParaRPr lang="en-US" sz="950" dirty="0">
              <a:latin typeface="Tahoma" panose="020B0604030504040204" pitchFamily="34" charset="0"/>
              <a:ea typeface="Tahoma" panose="020B0604030504040204" pitchFamily="34" charset="0"/>
              <a:cs typeface="Tahoma" panose="020B0604030504040204" pitchFamily="34" charset="0"/>
            </a:endParaRPr>
          </a:p>
          <a:p>
            <a:pPr marL="193040" indent="-193040" algn="l">
              <a:lnSpc>
                <a:spcPct val="107000"/>
              </a:lnSpc>
              <a:buSzPct val="100000"/>
              <a:buChar char="•"/>
            </a:pPr>
            <a:r>
              <a:rPr lang="en-US" sz="950" dirty="0">
                <a:solidFill>
                  <a:srgbClr val="E2E6E9"/>
                </a:solidFill>
                <a:latin typeface="Tahoma" panose="020B0604030504040204" pitchFamily="34" charset="0"/>
                <a:ea typeface="Tahoma" panose="020B0604030504040204" pitchFamily="34" charset="0"/>
                <a:cs typeface="Tahoma" panose="020B0604030504040204" pitchFamily="34" charset="0"/>
              </a:rPr>
              <a:t>Performance und Speicherverbrauch optimieren</a:t>
            </a:r>
            <a:endParaRPr lang="en-US" sz="950" dirty="0">
              <a:latin typeface="Tahoma" panose="020B0604030504040204" pitchFamily="34" charset="0"/>
              <a:ea typeface="Tahoma" panose="020B0604030504040204" pitchFamily="34" charset="0"/>
              <a:cs typeface="Tahoma" panose="020B0604030504040204" pitchFamily="34" charset="0"/>
            </a:endParaRPr>
          </a:p>
          <a:p>
            <a:pPr marL="193040" indent="-193040" algn="l">
              <a:lnSpc>
                <a:spcPct val="107000"/>
              </a:lnSpc>
              <a:buSzPct val="100000"/>
              <a:buChar char="•"/>
            </a:pPr>
            <a:r>
              <a:rPr lang="en-US" sz="950" dirty="0">
                <a:solidFill>
                  <a:srgbClr val="E2E6E9"/>
                </a:solidFill>
                <a:latin typeface="Tahoma" panose="020B0604030504040204" pitchFamily="34" charset="0"/>
                <a:ea typeface="Tahoma" panose="020B0604030504040204" pitchFamily="34" charset="0"/>
                <a:cs typeface="Tahoma" panose="020B0604030504040204" pitchFamily="34" charset="0"/>
              </a:rPr>
              <a:t>Feedback aus dem Review umsetzen</a:t>
            </a:r>
            <a:endParaRPr lang="en-US" sz="950" dirty="0">
              <a:latin typeface="Tahoma" panose="020B0604030504040204" pitchFamily="34" charset="0"/>
              <a:ea typeface="Tahoma" panose="020B0604030504040204" pitchFamily="34" charset="0"/>
              <a:cs typeface="Tahoma" panose="020B0604030504040204" pitchFamily="34" charset="0"/>
            </a:endParaRPr>
          </a:p>
        </p:txBody>
      </p:sp>
      <p:pic>
        <p:nvPicPr>
          <p:cNvPr id="15" name="Projectile">
            <a:hlinkClick r:id="" action="ppaction://media"/>
            <a:extLst>
              <a:ext uri="{FF2B5EF4-FFF2-40B4-BE49-F238E27FC236}">
                <a16:creationId xmlns:a16="http://schemas.microsoft.com/office/drawing/2014/main" id="{874EDDE5-97C1-4B00-B8F9-DBBECCD63C91}"/>
              </a:ext>
            </a:extLst>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5103215" y="2006130"/>
            <a:ext cx="5649814" cy="3538814"/>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 fill="hold"/>
                                        <p:tgtEl>
                                          <p:spTgt spid="15"/>
                                        </p:tgtEl>
                                      </p:cBhvr>
                                    </p:cmd>
                                  </p:childTnLst>
                                </p:cTn>
                              </p:par>
                            </p:childTnLst>
                          </p:cTn>
                        </p:par>
                      </p:childTnLst>
                    </p:cTn>
                  </p:par>
                </p:childTnLst>
              </p:cTn>
              <p:prevCondLst>
                <p:cond evt="onPrev" delay="0">
                  <p:tgtEl>
                    <p:sldTgt/>
                  </p:tgtEl>
                </p:cond>
              </p:prevCondLst>
              <p:nextCondLst>
                <p:cond evt="onNext" delay="0">
                  <p:tgtEl>
                    <p:sldTgt/>
                  </p:tgtEl>
                </p:cond>
              </p:nextCondLst>
            </p:seq>
            <p:seq concurrent="1" nextAc="seek">
              <p:cTn id="7" restart="whenNotActive" fill="hold" evtFilter="cancelBubble" nodeType="interactiveSeq">
                <p:stCondLst>
                  <p:cond evt="onClick" delay="0">
                    <p:tgtEl>
                      <p:spTgt spid="15"/>
                    </p:tgtEl>
                  </p:cond>
                </p:stCondLst>
                <p:endSync evt="end" delay="0">
                  <p:rtn val="all"/>
                </p:endSync>
                <p:childTnLst>
                  <p:par>
                    <p:cTn id="8" fill="hold">
                      <p:stCondLst>
                        <p:cond delay="0"/>
                      </p:stCondLst>
                      <p:childTnLst>
                        <p:par>
                          <p:cTn id="9" fill="hold">
                            <p:stCondLst>
                              <p:cond delay="0"/>
                            </p:stCondLst>
                            <p:childTnLst>
                              <p:par>
                                <p:cTn id="10" presetID="2" presetClass="mediacall" presetSubtype="0" fill="hold" nodeType="clickEffect">
                                  <p:stCondLst>
                                    <p:cond delay="0"/>
                                  </p:stCondLst>
                                  <p:childTnLst>
                                    <p:cmd type="call" cmd="togglePause">
                                      <p:cBhvr>
                                        <p:cTn id="11" dur="1" fill="hold"/>
                                        <p:tgtEl>
                                          <p:spTgt spid="15"/>
                                        </p:tgtEl>
                                      </p:cBhvr>
                                    </p:cmd>
                                  </p:childTnLst>
                                </p:cTn>
                              </p:par>
                            </p:childTnLst>
                          </p:cTn>
                        </p:par>
                      </p:childTnLst>
                    </p:cTn>
                  </p:par>
                </p:childTnLst>
              </p:cTn>
              <p:nextCondLst>
                <p:cond evt="onClick" delay="0">
                  <p:tgtEl>
                    <p:spTgt spid="15"/>
                  </p:tgtEl>
                </p:cond>
              </p:nextCondLst>
            </p:seq>
            <p:video>
              <p:cMediaNode vol="80000">
                <p:cTn id="12" fill="hold" display="0">
                  <p:stCondLst>
                    <p:cond delay="indefinite"/>
                  </p:stCondLst>
                </p:cTn>
                <p:tgtEl>
                  <p:spTgt spid="15"/>
                </p:tgtEl>
              </p:cMediaNode>
            </p:video>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719814" y="1133673"/>
            <a:ext cx="5751765" cy="642739"/>
          </a:xfrm>
          <a:prstGeom prst="rect">
            <a:avLst/>
          </a:prstGeom>
          <a:noFill/>
          <a:ln/>
        </p:spPr>
        <p:txBody>
          <a:bodyPr wrap="none" lIns="0" tIns="0" rIns="0" bIns="0" rtlCol="0" anchor="t"/>
          <a:lstStyle/>
          <a:p>
            <a:pPr marL="0" indent="0" algn="l">
              <a:lnSpc>
                <a:spcPct val="104000"/>
              </a:lnSpc>
              <a:buNone/>
            </a:pPr>
            <a:r>
              <a:rPr lang="en-US" sz="4000" dirty="0">
                <a:solidFill>
                  <a:srgbClr val="F5F0F0"/>
                </a:solidFill>
                <a:latin typeface="Tahoma" panose="020B0604030504040204" pitchFamily="34" charset="0"/>
                <a:ea typeface="Tahoma" panose="020B0604030504040204" pitchFamily="34" charset="0"/>
                <a:cs typeface="Tahoma" panose="020B0604030504040204" pitchFamily="34" charset="0"/>
              </a:rPr>
              <a:t>Dokumentierung</a:t>
            </a:r>
            <a:endParaRPr lang="en-US" sz="4000" dirty="0">
              <a:latin typeface="Tahoma" panose="020B0604030504040204" pitchFamily="34" charset="0"/>
              <a:ea typeface="Tahoma" panose="020B0604030504040204" pitchFamily="34" charset="0"/>
              <a:cs typeface="Tahoma" panose="020B0604030504040204" pitchFamily="34" charset="0"/>
            </a:endParaRPr>
          </a:p>
        </p:txBody>
      </p:sp>
      <p:sp>
        <p:nvSpPr>
          <p:cNvPr id="3" name="Text 1"/>
          <p:cNvSpPr/>
          <p:nvPr/>
        </p:nvSpPr>
        <p:spPr>
          <a:xfrm>
            <a:off x="719814" y="2187773"/>
            <a:ext cx="10752067" cy="3536553"/>
          </a:xfrm>
          <a:prstGeom prst="rect">
            <a:avLst/>
          </a:prstGeom>
          <a:noFill/>
          <a:ln/>
        </p:spPr>
        <p:txBody>
          <a:bodyPr wrap="square" lIns="0" tIns="0" rIns="0" bIns="0" rtlCol="0" anchor="t">
            <a:normAutofit/>
          </a:bodyPr>
          <a:lstStyle/>
          <a:p>
            <a:pPr marL="325120" indent="-325120" algn="l">
              <a:lnSpc>
                <a:spcPct val="133000"/>
              </a:lnSpc>
              <a:buSzPct val="100000"/>
              <a:buChar char="•"/>
            </a:pPr>
            <a:r>
              <a:rPr lang="en-US" sz="1600" dirty="0">
                <a:solidFill>
                  <a:srgbClr val="E2E6E9"/>
                </a:solidFill>
                <a:latin typeface="Tahoma" panose="020B0604030504040204" pitchFamily="34" charset="0"/>
                <a:ea typeface="Tahoma" panose="020B0604030504040204" pitchFamily="34" charset="0"/>
                <a:cs typeface="Tahoma" panose="020B0604030504040204" pitchFamily="34" charset="0"/>
              </a:rPr>
              <a:t>Vor jedem bearbeiten Pullen</a:t>
            </a:r>
            <a:endParaRPr lang="en-US" sz="1600" dirty="0">
              <a:latin typeface="Tahoma" panose="020B0604030504040204" pitchFamily="34" charset="0"/>
              <a:ea typeface="Tahoma" panose="020B0604030504040204" pitchFamily="34" charset="0"/>
              <a:cs typeface="Tahoma" panose="020B0604030504040204" pitchFamily="34" charset="0"/>
            </a:endParaRPr>
          </a:p>
          <a:p>
            <a:pPr marL="325120" indent="-325120" algn="l">
              <a:lnSpc>
                <a:spcPct val="133000"/>
              </a:lnSpc>
              <a:buSzPct val="100000"/>
              <a:buChar char="•"/>
            </a:pPr>
            <a:r>
              <a:rPr lang="en-US" sz="1600" dirty="0">
                <a:solidFill>
                  <a:srgbClr val="E2E6E9"/>
                </a:solidFill>
                <a:latin typeface="Tahoma" panose="020B0604030504040204" pitchFamily="34" charset="0"/>
                <a:ea typeface="Tahoma" panose="020B0604030504040204" pitchFamily="34" charset="0"/>
                <a:cs typeface="Tahoma" panose="020B0604030504040204" pitchFamily="34" charset="0"/>
              </a:rPr>
              <a:t>Nach jedem bearbeiten Pushen</a:t>
            </a:r>
            <a:endParaRPr lang="en-US" sz="1600" dirty="0">
              <a:latin typeface="Tahoma" panose="020B0604030504040204" pitchFamily="34" charset="0"/>
              <a:ea typeface="Tahoma" panose="020B0604030504040204" pitchFamily="34" charset="0"/>
              <a:cs typeface="Tahoma" panose="020B0604030504040204" pitchFamily="34" charset="0"/>
            </a:endParaRPr>
          </a:p>
          <a:p>
            <a:pPr marL="325120" indent="-325120" algn="l">
              <a:lnSpc>
                <a:spcPct val="133000"/>
              </a:lnSpc>
              <a:buSzPct val="100000"/>
              <a:buChar char="•"/>
            </a:pPr>
            <a:r>
              <a:rPr lang="en-US" sz="1600" dirty="0">
                <a:solidFill>
                  <a:srgbClr val="E2E6E9"/>
                </a:solidFill>
                <a:latin typeface="Tahoma" panose="020B0604030504040204" pitchFamily="34" charset="0"/>
                <a:ea typeface="Tahoma" panose="020B0604030504040204" pitchFamily="34" charset="0"/>
                <a:cs typeface="Tahoma" panose="020B0604030504040204" pitchFamily="34" charset="0"/>
              </a:rPr>
              <a:t>Eigenes Dokument für Änderungen</a:t>
            </a:r>
            <a:endParaRPr lang="en-US" sz="1600" dirty="0">
              <a:latin typeface="Tahoma" panose="020B0604030504040204" pitchFamily="34" charset="0"/>
              <a:ea typeface="Tahoma" panose="020B0604030504040204" pitchFamily="34" charset="0"/>
              <a:cs typeface="Tahoma" panose="020B0604030504040204" pitchFamily="34" charset="0"/>
            </a:endParaRPr>
          </a:p>
          <a:p>
            <a:pPr marL="325120" indent="-325120" algn="l">
              <a:lnSpc>
                <a:spcPct val="133000"/>
              </a:lnSpc>
              <a:buSzPct val="100000"/>
              <a:buChar char="•"/>
            </a:pPr>
            <a:r>
              <a:rPr lang="en-US" sz="1600" dirty="0">
                <a:solidFill>
                  <a:srgbClr val="E2E6E9"/>
                </a:solidFill>
                <a:latin typeface="Tahoma" panose="020B0604030504040204" pitchFamily="34" charset="0"/>
                <a:ea typeface="Tahoma" panose="020B0604030504040204" pitchFamily="34" charset="0"/>
                <a:cs typeface="Tahoma" panose="020B0604030504040204" pitchFamily="34" charset="0"/>
              </a:rPr>
              <a:t>Spezifische Commit-Message-Konventionen</a:t>
            </a:r>
            <a:endParaRPr lang="en-US" sz="1600" dirty="0">
              <a:latin typeface="Tahoma" panose="020B0604030504040204" pitchFamily="34" charset="0"/>
              <a:ea typeface="Tahoma" panose="020B0604030504040204" pitchFamily="34" charset="0"/>
              <a:cs typeface="Tahoma" panose="020B0604030504040204" pitchFamily="34" charset="0"/>
            </a:endParaRPr>
          </a:p>
          <a:p>
            <a:pPr marL="325120" indent="-325120" algn="l">
              <a:lnSpc>
                <a:spcPct val="133000"/>
              </a:lnSpc>
              <a:buSzPct val="100000"/>
              <a:buChar char="•"/>
            </a:pPr>
            <a:r>
              <a:rPr lang="en-US" sz="1600" dirty="0">
                <a:solidFill>
                  <a:srgbClr val="E2E6E9"/>
                </a:solidFill>
                <a:latin typeface="Tahoma" panose="020B0604030504040204" pitchFamily="34" charset="0"/>
                <a:ea typeface="Tahoma" panose="020B0604030504040204" pitchFamily="34" charset="0"/>
                <a:cs typeface="Tahoma" panose="020B0604030504040204" pitchFamily="34" charset="0"/>
              </a:rPr>
              <a:t>Dokumentation von Code-Änderungen (Docstrings, Kommentare)</a:t>
            </a:r>
            <a:endParaRPr lang="en-US" sz="1600" dirty="0">
              <a:latin typeface="Tahoma" panose="020B0604030504040204" pitchFamily="34" charset="0"/>
              <a:ea typeface="Tahoma" panose="020B0604030504040204" pitchFamily="34" charset="0"/>
              <a:cs typeface="Tahoma" panose="020B0604030504040204" pitchFamily="34" charset="0"/>
            </a:endParaRPr>
          </a:p>
          <a:p>
            <a:pPr marL="325120" indent="-325120" algn="l">
              <a:lnSpc>
                <a:spcPct val="133000"/>
              </a:lnSpc>
              <a:buSzPct val="100000"/>
              <a:buChar char="•"/>
            </a:pPr>
            <a:r>
              <a:rPr lang="en-US" sz="1600" dirty="0">
                <a:solidFill>
                  <a:srgbClr val="E2E6E9"/>
                </a:solidFill>
                <a:latin typeface="Tahoma" panose="020B0604030504040204" pitchFamily="34" charset="0"/>
                <a:ea typeface="Tahoma" panose="020B0604030504040204" pitchFamily="34" charset="0"/>
                <a:cs typeface="Tahoma" panose="020B0604030504040204" pitchFamily="34" charset="0"/>
              </a:rPr>
              <a:t>Erstellung von README und technischer Dokumentation</a:t>
            </a:r>
            <a:endParaRPr lang="en-US" sz="1600" dirty="0">
              <a:latin typeface="Tahoma" panose="020B0604030504040204" pitchFamily="34" charset="0"/>
              <a:ea typeface="Tahoma" panose="020B0604030504040204" pitchFamily="34" charset="0"/>
              <a:cs typeface="Tahoma" panose="020B0604030504040204" pitchFamily="34" charset="0"/>
            </a:endParaRPr>
          </a:p>
          <a:p>
            <a:pPr marL="325120" indent="-325120" algn="l">
              <a:lnSpc>
                <a:spcPct val="133000"/>
              </a:lnSpc>
              <a:buSzPct val="100000"/>
              <a:buChar char="•"/>
            </a:pPr>
            <a:r>
              <a:rPr lang="en-US" sz="1600" dirty="0">
                <a:solidFill>
                  <a:srgbClr val="E2E6E9"/>
                </a:solidFill>
                <a:latin typeface="Tahoma" panose="020B0604030504040204" pitchFamily="34" charset="0"/>
                <a:ea typeface="Tahoma" panose="020B0604030504040204" pitchFamily="34" charset="0"/>
                <a:cs typeface="Tahoma" panose="020B0604030504040204" pitchFamily="34" charset="0"/>
              </a:rPr>
              <a:t>Versionskontrolle und Release-Notes</a:t>
            </a:r>
            <a:endParaRPr lang="en-US" sz="1600" dirty="0">
              <a:latin typeface="Tahoma" panose="020B0604030504040204" pitchFamily="34" charset="0"/>
              <a:ea typeface="Tahoma" panose="020B0604030504040204" pitchFamily="34" charset="0"/>
              <a:cs typeface="Tahoma" panose="020B0604030504040204" pitchFamily="34" charset="0"/>
            </a:endParaRPr>
          </a:p>
          <a:p>
            <a:pPr marL="325120" indent="-325120" algn="l">
              <a:lnSpc>
                <a:spcPct val="133000"/>
              </a:lnSpc>
              <a:buSzPct val="100000"/>
              <a:buChar char="•"/>
            </a:pPr>
            <a:r>
              <a:rPr lang="en-US" sz="1600" dirty="0">
                <a:solidFill>
                  <a:srgbClr val="E2E6E9"/>
                </a:solidFill>
                <a:latin typeface="Tahoma" panose="020B0604030504040204" pitchFamily="34" charset="0"/>
                <a:ea typeface="Tahoma" panose="020B0604030504040204" pitchFamily="34" charset="0"/>
                <a:cs typeface="Tahoma" panose="020B0604030504040204" pitchFamily="34" charset="0"/>
              </a:rPr>
              <a:t>Fehlertracking und Changelog</a:t>
            </a:r>
            <a:endParaRPr lang="en-US" sz="1600" dirty="0">
              <a:latin typeface="Tahoma" panose="020B0604030504040204" pitchFamily="34" charset="0"/>
              <a:ea typeface="Tahoma" panose="020B0604030504040204" pitchFamily="34" charset="0"/>
              <a:cs typeface="Tahoma" panose="020B0604030504040204" pitchFamily="34" charset="0"/>
            </a:endParaRPr>
          </a:p>
          <a:p>
            <a:pPr marL="325120" indent="-325120" algn="l">
              <a:lnSpc>
                <a:spcPct val="133000"/>
              </a:lnSpc>
              <a:buSzPct val="100000"/>
              <a:buChar char="•"/>
            </a:pPr>
            <a:r>
              <a:rPr lang="en-US" sz="1600" dirty="0">
                <a:solidFill>
                  <a:srgbClr val="E2E6E9"/>
                </a:solidFill>
                <a:latin typeface="Tahoma" panose="020B0604030504040204" pitchFamily="34" charset="0"/>
                <a:ea typeface="Tahoma" panose="020B0604030504040204" pitchFamily="34" charset="0"/>
                <a:cs typeface="Tahoma" panose="020B0604030504040204" pitchFamily="34" charset="0"/>
              </a:rPr>
              <a:t>Team-Kommunikation und Meetings</a:t>
            </a:r>
            <a:endParaRPr lang="en-US" sz="1600" dirty="0">
              <a:latin typeface="Tahoma" panose="020B0604030504040204" pitchFamily="34" charset="0"/>
              <a:ea typeface="Tahoma" panose="020B0604030504040204" pitchFamily="34" charset="0"/>
              <a:cs typeface="Tahoma" panose="020B0604030504040204" pitchFamily="34" charset="0"/>
            </a:endParaRPr>
          </a:p>
        </p:txBody>
      </p:sp>
      <p:pic>
        <p:nvPicPr>
          <p:cNvPr id="5" name="Enemy">
            <a:hlinkClick r:id="" action="ppaction://media"/>
            <a:extLst>
              <a:ext uri="{FF2B5EF4-FFF2-40B4-BE49-F238E27FC236}">
                <a16:creationId xmlns:a16="http://schemas.microsoft.com/office/drawing/2014/main" id="{67C7F235-613A-4290-9D19-5762781B60CE}"/>
              </a:ext>
            </a:extLst>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6985777" y="271339"/>
            <a:ext cx="4486104" cy="2985208"/>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seq concurrent="1" nextAc="seek">
              <p:cTn id="7" restart="whenNotActive" fill="hold" evtFilter="cancelBubble" nodeType="interactiveSeq">
                <p:stCondLst>
                  <p:cond evt="onClick" delay="0">
                    <p:tgtEl>
                      <p:spTgt spid="5"/>
                    </p:tgtEl>
                  </p:cond>
                </p:stCondLst>
                <p:endSync evt="end" delay="0">
                  <p:rtn val="all"/>
                </p:endSync>
                <p:childTnLst>
                  <p:par>
                    <p:cTn id="8" fill="hold">
                      <p:stCondLst>
                        <p:cond delay="0"/>
                      </p:stCondLst>
                      <p:childTnLst>
                        <p:par>
                          <p:cTn id="9" fill="hold">
                            <p:stCondLst>
                              <p:cond delay="0"/>
                            </p:stCondLst>
                            <p:childTnLst>
                              <p:par>
                                <p:cTn id="10" presetID="2" presetClass="mediacall" presetSubtype="0" fill="hold" nodeType="clickEffect">
                                  <p:stCondLst>
                                    <p:cond delay="0"/>
                                  </p:stCondLst>
                                  <p:childTnLst>
                                    <p:cmd type="call" cmd="togglePause">
                                      <p:cBhvr>
                                        <p:cTn id="11" dur="1" fill="hold"/>
                                        <p:tgtEl>
                                          <p:spTgt spid="5"/>
                                        </p:tgtEl>
                                      </p:cBhvr>
                                    </p:cmd>
                                  </p:childTnLst>
                                </p:cTn>
                              </p:par>
                            </p:childTnLst>
                          </p:cTn>
                        </p:par>
                      </p:childTnLst>
                    </p:cTn>
                  </p:par>
                </p:childTnLst>
              </p:cTn>
              <p:nextCondLst>
                <p:cond evt="onClick" delay="0">
                  <p:tgtEl>
                    <p:spTgt spid="5"/>
                  </p:tgtEl>
                </p:cond>
              </p:nextCondLst>
            </p:seq>
            <p:video>
              <p:cMediaNode vol="80000">
                <p:cTn id="12" fill="hold" display="0">
                  <p:stCondLst>
                    <p:cond delay="indefinite"/>
                  </p:stCondLst>
                </p:cTn>
                <p:tgtEl>
                  <p:spTgt spid="5"/>
                </p:tgtEl>
              </p:cMediaNode>
            </p:video>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719814" y="603052"/>
            <a:ext cx="5510670" cy="612676"/>
          </a:xfrm>
          <a:prstGeom prst="rect">
            <a:avLst/>
          </a:prstGeom>
          <a:noFill/>
          <a:ln/>
        </p:spPr>
        <p:txBody>
          <a:bodyPr wrap="none" lIns="0" tIns="0" rIns="0" bIns="0" rtlCol="0" anchor="t"/>
          <a:lstStyle/>
          <a:p>
            <a:pPr marL="0" indent="0" algn="l">
              <a:lnSpc>
                <a:spcPct val="104000"/>
              </a:lnSpc>
              <a:buNone/>
            </a:pPr>
            <a:r>
              <a:rPr lang="en-US" sz="3850" dirty="0">
                <a:solidFill>
                  <a:srgbClr val="F5F0F0"/>
                </a:solidFill>
                <a:latin typeface="Tahoma" panose="020B0604030504040204" pitchFamily="34" charset="0"/>
                <a:ea typeface="Tahoma" panose="020B0604030504040204" pitchFamily="34" charset="0"/>
                <a:cs typeface="Tahoma" panose="020B0604030504040204" pitchFamily="34" charset="0"/>
              </a:rPr>
              <a:t>Ende</a:t>
            </a:r>
            <a:endParaRPr lang="en-US" sz="3850" dirty="0">
              <a:latin typeface="Tahoma" panose="020B0604030504040204" pitchFamily="34" charset="0"/>
              <a:ea typeface="Tahoma" panose="020B0604030504040204" pitchFamily="34" charset="0"/>
              <a:cs typeface="Tahoma" panose="020B0604030504040204" pitchFamily="34" charset="0"/>
            </a:endParaRPr>
          </a:p>
        </p:txBody>
      </p:sp>
      <p:sp>
        <p:nvSpPr>
          <p:cNvPr id="3" name="Shape 1"/>
          <p:cNvSpPr/>
          <p:nvPr/>
        </p:nvSpPr>
        <p:spPr>
          <a:xfrm>
            <a:off x="719814" y="1589385"/>
            <a:ext cx="2547874" cy="3311327"/>
          </a:xfrm>
          <a:prstGeom prst="roundRect">
            <a:avLst>
              <a:gd name="adj" fmla="val 3232"/>
            </a:avLst>
          </a:prstGeom>
          <a:solidFill>
            <a:srgbClr val="09151A">
              <a:alpha val="95000"/>
            </a:srgbClr>
          </a:solidFill>
          <a:ln w="25399">
            <a:solidFill>
              <a:srgbClr val="194A99"/>
            </a:solidFill>
            <a:prstDash val="solid"/>
          </a:ln>
        </p:spPr>
        <p:txBody>
          <a:bodyPr/>
          <a:lstStyle/>
          <a:p>
            <a:endParaRPr lang="de-DE">
              <a:latin typeface="Tahoma" panose="020B0604030504040204" pitchFamily="34" charset="0"/>
              <a:ea typeface="Tahoma" panose="020B0604030504040204" pitchFamily="34" charset="0"/>
              <a:cs typeface="Tahoma" panose="020B0604030504040204" pitchFamily="34" charset="0"/>
            </a:endParaRPr>
          </a:p>
        </p:txBody>
      </p:sp>
      <p:sp>
        <p:nvSpPr>
          <p:cNvPr id="4" name="Text 2"/>
          <p:cNvSpPr/>
          <p:nvPr/>
        </p:nvSpPr>
        <p:spPr>
          <a:xfrm>
            <a:off x="847754" y="1810741"/>
            <a:ext cx="2291994" cy="918865"/>
          </a:xfrm>
          <a:prstGeom prst="rect">
            <a:avLst/>
          </a:prstGeom>
          <a:noFill/>
          <a:ln/>
        </p:spPr>
        <p:txBody>
          <a:bodyPr wrap="square" lIns="0" tIns="0" rIns="0" bIns="0" rtlCol="0" anchor="t">
            <a:normAutofit/>
          </a:bodyPr>
          <a:lstStyle/>
          <a:p>
            <a:pPr marL="0" indent="0" algn="l">
              <a:lnSpc>
                <a:spcPct val="104000"/>
              </a:lnSpc>
              <a:buNone/>
            </a:pPr>
            <a:r>
              <a:rPr lang="en-US" sz="1900" dirty="0">
                <a:solidFill>
                  <a:srgbClr val="E2E6E9"/>
                </a:solidFill>
                <a:latin typeface="Tahoma" panose="020B0604030504040204" pitchFamily="34" charset="0"/>
                <a:ea typeface="Tahoma" panose="020B0604030504040204" pitchFamily="34" charset="0"/>
                <a:cs typeface="Tahoma" panose="020B0604030504040204" pitchFamily="34" charset="0"/>
              </a:rPr>
              <a:t>Zusammenfassung der Projektziele</a:t>
            </a:r>
            <a:endParaRPr lang="en-US" sz="1900" dirty="0">
              <a:latin typeface="Tahoma" panose="020B0604030504040204" pitchFamily="34" charset="0"/>
              <a:ea typeface="Tahoma" panose="020B0604030504040204" pitchFamily="34" charset="0"/>
              <a:cs typeface="Tahoma" panose="020B0604030504040204" pitchFamily="34" charset="0"/>
            </a:endParaRPr>
          </a:p>
        </p:txBody>
      </p:sp>
      <p:sp>
        <p:nvSpPr>
          <p:cNvPr id="5" name="Text 3"/>
          <p:cNvSpPr/>
          <p:nvPr/>
        </p:nvSpPr>
        <p:spPr>
          <a:xfrm>
            <a:off x="941166" y="2841625"/>
            <a:ext cx="2105171" cy="1531441"/>
          </a:xfrm>
          <a:prstGeom prst="rect">
            <a:avLst/>
          </a:prstGeom>
          <a:noFill/>
          <a:ln/>
        </p:spPr>
        <p:txBody>
          <a:bodyPr wrap="square" lIns="0" tIns="0" rIns="0" bIns="0" rtlCol="0" anchor="t">
            <a:normAutofit/>
          </a:bodyPr>
          <a:lstStyle/>
          <a:p>
            <a:pPr marL="0" indent="0" algn="l">
              <a:lnSpc>
                <a:spcPct val="130000"/>
              </a:lnSpc>
              <a:buNone/>
            </a:pPr>
            <a:r>
              <a:rPr lang="en-US" sz="1500" dirty="0">
                <a:solidFill>
                  <a:srgbClr val="E2E6E9"/>
                </a:solidFill>
                <a:latin typeface="Tahoma" panose="020B0604030504040204" pitchFamily="34" charset="0"/>
                <a:ea typeface="Tahoma" panose="020B0604030504040204" pitchFamily="34" charset="0"/>
                <a:cs typeface="Tahoma" panose="020B0604030504040204" pitchFamily="34" charset="0"/>
              </a:rPr>
              <a:t>Kurzer Rückblick auf das, was das Projekt erreichen sollte und welche Ergebnisse erzielt wurden.</a:t>
            </a:r>
            <a:endParaRPr lang="en-US" sz="1500" dirty="0">
              <a:latin typeface="Tahoma" panose="020B0604030504040204" pitchFamily="34" charset="0"/>
              <a:ea typeface="Tahoma" panose="020B0604030504040204" pitchFamily="34" charset="0"/>
              <a:cs typeface="Tahoma" panose="020B0604030504040204" pitchFamily="34" charset="0"/>
            </a:endParaRPr>
          </a:p>
        </p:txBody>
      </p:sp>
      <p:sp>
        <p:nvSpPr>
          <p:cNvPr id="6" name="Shape 4"/>
          <p:cNvSpPr/>
          <p:nvPr/>
        </p:nvSpPr>
        <p:spPr>
          <a:xfrm>
            <a:off x="3454512" y="1589385"/>
            <a:ext cx="2547874" cy="3311327"/>
          </a:xfrm>
          <a:prstGeom prst="roundRect">
            <a:avLst>
              <a:gd name="adj" fmla="val 3232"/>
            </a:avLst>
          </a:prstGeom>
          <a:solidFill>
            <a:srgbClr val="09151A">
              <a:alpha val="95000"/>
            </a:srgbClr>
          </a:solidFill>
          <a:ln w="25399">
            <a:solidFill>
              <a:srgbClr val="194A99"/>
            </a:solidFill>
            <a:prstDash val="solid"/>
          </a:ln>
        </p:spPr>
        <p:txBody>
          <a:bodyPr/>
          <a:lstStyle/>
          <a:p>
            <a:endParaRPr lang="de-DE">
              <a:latin typeface="Tahoma" panose="020B0604030504040204" pitchFamily="34" charset="0"/>
              <a:ea typeface="Tahoma" panose="020B0604030504040204" pitchFamily="34" charset="0"/>
              <a:cs typeface="Tahoma" panose="020B0604030504040204" pitchFamily="34" charset="0"/>
            </a:endParaRPr>
          </a:p>
        </p:txBody>
      </p:sp>
      <p:sp>
        <p:nvSpPr>
          <p:cNvPr id="7" name="Text 5"/>
          <p:cNvSpPr/>
          <p:nvPr/>
        </p:nvSpPr>
        <p:spPr>
          <a:xfrm>
            <a:off x="3675864" y="1810742"/>
            <a:ext cx="2105171" cy="918865"/>
          </a:xfrm>
          <a:prstGeom prst="rect">
            <a:avLst/>
          </a:prstGeom>
          <a:noFill/>
          <a:ln/>
        </p:spPr>
        <p:txBody>
          <a:bodyPr wrap="square" lIns="0" tIns="0" rIns="0" bIns="0" rtlCol="0" anchor="t">
            <a:normAutofit/>
          </a:bodyPr>
          <a:lstStyle/>
          <a:p>
            <a:pPr marL="0" indent="0" algn="l">
              <a:lnSpc>
                <a:spcPct val="104000"/>
              </a:lnSpc>
              <a:buNone/>
            </a:pPr>
            <a:r>
              <a:rPr lang="en-US" sz="1900" dirty="0">
                <a:solidFill>
                  <a:srgbClr val="E2E6E9"/>
                </a:solidFill>
                <a:latin typeface="Tahoma" panose="020B0604030504040204" pitchFamily="34" charset="0"/>
                <a:ea typeface="Tahoma" panose="020B0604030504040204" pitchFamily="34" charset="0"/>
                <a:cs typeface="Tahoma" panose="020B0604030504040204" pitchFamily="34" charset="0"/>
              </a:rPr>
              <a:t>Nächste Schritte und mögliche Erweiterungen</a:t>
            </a:r>
            <a:endParaRPr lang="en-US" sz="1900" dirty="0">
              <a:latin typeface="Tahoma" panose="020B0604030504040204" pitchFamily="34" charset="0"/>
              <a:ea typeface="Tahoma" panose="020B0604030504040204" pitchFamily="34" charset="0"/>
              <a:cs typeface="Tahoma" panose="020B0604030504040204" pitchFamily="34" charset="0"/>
            </a:endParaRPr>
          </a:p>
        </p:txBody>
      </p:sp>
      <p:sp>
        <p:nvSpPr>
          <p:cNvPr id="8" name="Text 6"/>
          <p:cNvSpPr/>
          <p:nvPr/>
        </p:nvSpPr>
        <p:spPr>
          <a:xfrm>
            <a:off x="3675864" y="2841625"/>
            <a:ext cx="2105171" cy="1837730"/>
          </a:xfrm>
          <a:prstGeom prst="rect">
            <a:avLst/>
          </a:prstGeom>
          <a:noFill/>
          <a:ln/>
        </p:spPr>
        <p:txBody>
          <a:bodyPr wrap="square" lIns="0" tIns="0" rIns="0" bIns="0" rtlCol="0" anchor="t">
            <a:normAutofit/>
          </a:bodyPr>
          <a:lstStyle/>
          <a:p>
            <a:pPr marL="0" indent="0" algn="l">
              <a:lnSpc>
                <a:spcPct val="130000"/>
              </a:lnSpc>
              <a:buNone/>
            </a:pPr>
            <a:r>
              <a:rPr lang="en-US" sz="1500" dirty="0">
                <a:solidFill>
                  <a:srgbClr val="E2E6E9"/>
                </a:solidFill>
                <a:latin typeface="Tahoma" panose="020B0604030504040204" pitchFamily="34" charset="0"/>
                <a:ea typeface="Tahoma" panose="020B0604030504040204" pitchFamily="34" charset="0"/>
                <a:cs typeface="Tahoma" panose="020B0604030504040204" pitchFamily="34" charset="0"/>
              </a:rPr>
              <a:t>Ideen für die Weiterentwicklung, zusätzliche Funktionen und sinnvolle Ausbaustufen.</a:t>
            </a:r>
            <a:endParaRPr lang="en-US" sz="1500" dirty="0">
              <a:latin typeface="Tahoma" panose="020B0604030504040204" pitchFamily="34" charset="0"/>
              <a:ea typeface="Tahoma" panose="020B0604030504040204" pitchFamily="34" charset="0"/>
              <a:cs typeface="Tahoma" panose="020B0604030504040204" pitchFamily="34" charset="0"/>
            </a:endParaRPr>
          </a:p>
        </p:txBody>
      </p:sp>
      <p:sp>
        <p:nvSpPr>
          <p:cNvPr id="9" name="Shape 7"/>
          <p:cNvSpPr/>
          <p:nvPr/>
        </p:nvSpPr>
        <p:spPr>
          <a:xfrm>
            <a:off x="6189210" y="1589385"/>
            <a:ext cx="2547874" cy="3311327"/>
          </a:xfrm>
          <a:prstGeom prst="roundRect">
            <a:avLst>
              <a:gd name="adj" fmla="val 3232"/>
            </a:avLst>
          </a:prstGeom>
          <a:solidFill>
            <a:srgbClr val="09151A">
              <a:alpha val="95000"/>
            </a:srgbClr>
          </a:solidFill>
          <a:ln w="25399">
            <a:solidFill>
              <a:srgbClr val="194A99"/>
            </a:solidFill>
            <a:prstDash val="solid"/>
          </a:ln>
        </p:spPr>
        <p:txBody>
          <a:bodyPr/>
          <a:lstStyle/>
          <a:p>
            <a:endParaRPr lang="de-DE">
              <a:latin typeface="Tahoma" panose="020B0604030504040204" pitchFamily="34" charset="0"/>
              <a:ea typeface="Tahoma" panose="020B0604030504040204" pitchFamily="34" charset="0"/>
              <a:cs typeface="Tahoma" panose="020B0604030504040204" pitchFamily="34" charset="0"/>
            </a:endParaRPr>
          </a:p>
        </p:txBody>
      </p:sp>
      <p:sp>
        <p:nvSpPr>
          <p:cNvPr id="10" name="Text 8"/>
          <p:cNvSpPr/>
          <p:nvPr/>
        </p:nvSpPr>
        <p:spPr>
          <a:xfrm>
            <a:off x="6410562" y="1810742"/>
            <a:ext cx="2105171" cy="306288"/>
          </a:xfrm>
          <a:prstGeom prst="rect">
            <a:avLst/>
          </a:prstGeom>
          <a:noFill/>
          <a:ln/>
        </p:spPr>
        <p:txBody>
          <a:bodyPr wrap="none" lIns="0" tIns="0" rIns="0" bIns="0" rtlCol="0" anchor="t"/>
          <a:lstStyle/>
          <a:p>
            <a:pPr marL="0" indent="0" algn="l">
              <a:lnSpc>
                <a:spcPct val="104000"/>
              </a:lnSpc>
              <a:buNone/>
            </a:pPr>
            <a:r>
              <a:rPr lang="en-US" sz="1900" dirty="0">
                <a:solidFill>
                  <a:srgbClr val="E2E6E9"/>
                </a:solidFill>
                <a:latin typeface="Tahoma" panose="020B0604030504040204" pitchFamily="34" charset="0"/>
                <a:ea typeface="Tahoma" panose="020B0604030504040204" pitchFamily="34" charset="0"/>
                <a:cs typeface="Tahoma" panose="020B0604030504040204" pitchFamily="34" charset="0"/>
              </a:rPr>
              <a:t>Lessons Learned</a:t>
            </a:r>
            <a:endParaRPr lang="en-US" sz="1900" dirty="0">
              <a:latin typeface="Tahoma" panose="020B0604030504040204" pitchFamily="34" charset="0"/>
              <a:ea typeface="Tahoma" panose="020B0604030504040204" pitchFamily="34" charset="0"/>
              <a:cs typeface="Tahoma" panose="020B0604030504040204" pitchFamily="34" charset="0"/>
            </a:endParaRPr>
          </a:p>
        </p:txBody>
      </p:sp>
      <p:sp>
        <p:nvSpPr>
          <p:cNvPr id="11" name="Text 9"/>
          <p:cNvSpPr/>
          <p:nvPr/>
        </p:nvSpPr>
        <p:spPr>
          <a:xfrm>
            <a:off x="6410562" y="2229048"/>
            <a:ext cx="2105171" cy="1837730"/>
          </a:xfrm>
          <a:prstGeom prst="rect">
            <a:avLst/>
          </a:prstGeom>
          <a:noFill/>
          <a:ln/>
        </p:spPr>
        <p:txBody>
          <a:bodyPr wrap="square" lIns="0" tIns="0" rIns="0" bIns="0" rtlCol="0" anchor="t">
            <a:normAutofit/>
          </a:bodyPr>
          <a:lstStyle/>
          <a:p>
            <a:pPr marL="0" indent="0" algn="l">
              <a:lnSpc>
                <a:spcPct val="130000"/>
              </a:lnSpc>
              <a:buNone/>
            </a:pPr>
            <a:r>
              <a:rPr lang="en-US" sz="1500" dirty="0">
                <a:solidFill>
                  <a:srgbClr val="E2E6E9"/>
                </a:solidFill>
                <a:latin typeface="Tahoma" panose="020B0604030504040204" pitchFamily="34" charset="0"/>
                <a:ea typeface="Tahoma" panose="020B0604030504040204" pitchFamily="34" charset="0"/>
                <a:cs typeface="Tahoma" panose="020B0604030504040204" pitchFamily="34" charset="0"/>
              </a:rPr>
              <a:t>Die wichtigsten Erkenntnisse aus Umsetzung, Zusammenarbeit und technischer Entwicklung.</a:t>
            </a:r>
            <a:endParaRPr lang="en-US" sz="1500" dirty="0">
              <a:latin typeface="Tahoma" panose="020B0604030504040204" pitchFamily="34" charset="0"/>
              <a:ea typeface="Tahoma" panose="020B0604030504040204" pitchFamily="34" charset="0"/>
              <a:cs typeface="Tahoma" panose="020B0604030504040204" pitchFamily="34" charset="0"/>
            </a:endParaRPr>
          </a:p>
        </p:txBody>
      </p:sp>
      <p:sp>
        <p:nvSpPr>
          <p:cNvPr id="12" name="Shape 10"/>
          <p:cNvSpPr/>
          <p:nvPr/>
        </p:nvSpPr>
        <p:spPr>
          <a:xfrm>
            <a:off x="8923908" y="1589385"/>
            <a:ext cx="2547973" cy="3311327"/>
          </a:xfrm>
          <a:prstGeom prst="roundRect">
            <a:avLst>
              <a:gd name="adj" fmla="val 3232"/>
            </a:avLst>
          </a:prstGeom>
          <a:solidFill>
            <a:srgbClr val="09151A">
              <a:alpha val="95000"/>
            </a:srgbClr>
          </a:solidFill>
          <a:ln w="25399">
            <a:solidFill>
              <a:srgbClr val="194A99"/>
            </a:solidFill>
            <a:prstDash val="solid"/>
          </a:ln>
        </p:spPr>
        <p:txBody>
          <a:bodyPr/>
          <a:lstStyle/>
          <a:p>
            <a:endParaRPr lang="de-DE">
              <a:latin typeface="Tahoma" panose="020B0604030504040204" pitchFamily="34" charset="0"/>
              <a:ea typeface="Tahoma" panose="020B0604030504040204" pitchFamily="34" charset="0"/>
              <a:cs typeface="Tahoma" panose="020B0604030504040204" pitchFamily="34" charset="0"/>
            </a:endParaRPr>
          </a:p>
        </p:txBody>
      </p:sp>
      <p:sp>
        <p:nvSpPr>
          <p:cNvPr id="13" name="Text 11"/>
          <p:cNvSpPr/>
          <p:nvPr/>
        </p:nvSpPr>
        <p:spPr>
          <a:xfrm>
            <a:off x="9145259" y="1810742"/>
            <a:ext cx="2105270" cy="612577"/>
          </a:xfrm>
          <a:prstGeom prst="rect">
            <a:avLst/>
          </a:prstGeom>
          <a:noFill/>
          <a:ln/>
        </p:spPr>
        <p:txBody>
          <a:bodyPr wrap="square" lIns="0" tIns="0" rIns="0" bIns="0" rtlCol="0" anchor="t">
            <a:normAutofit/>
          </a:bodyPr>
          <a:lstStyle/>
          <a:p>
            <a:pPr marL="0" indent="0" algn="l">
              <a:lnSpc>
                <a:spcPct val="104000"/>
              </a:lnSpc>
              <a:buNone/>
            </a:pPr>
            <a:r>
              <a:rPr lang="en-US" sz="1900" dirty="0">
                <a:solidFill>
                  <a:srgbClr val="E2E6E9"/>
                </a:solidFill>
                <a:latin typeface="Tahoma" panose="020B0604030504040204" pitchFamily="34" charset="0"/>
                <a:ea typeface="Tahoma" panose="020B0604030504040204" pitchFamily="34" charset="0"/>
                <a:cs typeface="Tahoma" panose="020B0604030504040204" pitchFamily="34" charset="0"/>
              </a:rPr>
              <a:t>Danksagungen und Credits</a:t>
            </a:r>
            <a:endParaRPr lang="en-US" sz="1900" dirty="0">
              <a:latin typeface="Tahoma" panose="020B0604030504040204" pitchFamily="34" charset="0"/>
              <a:ea typeface="Tahoma" panose="020B0604030504040204" pitchFamily="34" charset="0"/>
              <a:cs typeface="Tahoma" panose="020B0604030504040204" pitchFamily="34" charset="0"/>
            </a:endParaRPr>
          </a:p>
        </p:txBody>
      </p:sp>
      <p:sp>
        <p:nvSpPr>
          <p:cNvPr id="14" name="Text 12"/>
          <p:cNvSpPr/>
          <p:nvPr/>
        </p:nvSpPr>
        <p:spPr>
          <a:xfrm>
            <a:off x="9145259" y="2535337"/>
            <a:ext cx="2105270" cy="1837730"/>
          </a:xfrm>
          <a:prstGeom prst="rect">
            <a:avLst/>
          </a:prstGeom>
          <a:noFill/>
          <a:ln/>
        </p:spPr>
        <p:txBody>
          <a:bodyPr wrap="square" lIns="0" tIns="0" rIns="0" bIns="0" rtlCol="0" anchor="t">
            <a:normAutofit/>
          </a:bodyPr>
          <a:lstStyle/>
          <a:p>
            <a:pPr marL="0" indent="0" algn="l">
              <a:lnSpc>
                <a:spcPct val="130000"/>
              </a:lnSpc>
              <a:buNone/>
            </a:pPr>
            <a:r>
              <a:rPr lang="en-US" sz="1500" dirty="0">
                <a:solidFill>
                  <a:srgbClr val="E2E6E9"/>
                </a:solidFill>
                <a:latin typeface="Tahoma" panose="020B0604030504040204" pitchFamily="34" charset="0"/>
                <a:ea typeface="Tahoma" panose="020B0604030504040204" pitchFamily="34" charset="0"/>
                <a:cs typeface="Tahoma" panose="020B0604030504040204" pitchFamily="34" charset="0"/>
              </a:rPr>
              <a:t>Dank an alle Mitwirkenden, Unterstützerinnen und Unterstützer sowie verwendete Ressourcen.</a:t>
            </a:r>
            <a:endParaRPr lang="en-US" sz="1500" dirty="0">
              <a:latin typeface="Tahoma" panose="020B0604030504040204" pitchFamily="34" charset="0"/>
              <a:ea typeface="Tahoma" panose="020B0604030504040204" pitchFamily="34" charset="0"/>
              <a:cs typeface="Tahoma" panose="020B0604030504040204" pitchFamily="34" charset="0"/>
            </a:endParaRPr>
          </a:p>
        </p:txBody>
      </p:sp>
      <p:sp>
        <p:nvSpPr>
          <p:cNvPr id="15" name="Shape 13"/>
          <p:cNvSpPr/>
          <p:nvPr/>
        </p:nvSpPr>
        <p:spPr>
          <a:xfrm>
            <a:off x="719814" y="5087541"/>
            <a:ext cx="10752067" cy="1167309"/>
          </a:xfrm>
          <a:prstGeom prst="roundRect">
            <a:avLst>
              <a:gd name="adj" fmla="val 7054"/>
            </a:avLst>
          </a:prstGeom>
          <a:solidFill>
            <a:srgbClr val="09151A">
              <a:alpha val="95000"/>
            </a:srgbClr>
          </a:solidFill>
          <a:ln w="25399">
            <a:solidFill>
              <a:srgbClr val="194A99"/>
            </a:solidFill>
            <a:prstDash val="solid"/>
          </a:ln>
        </p:spPr>
        <p:txBody>
          <a:bodyPr/>
          <a:lstStyle/>
          <a:p>
            <a:endParaRPr lang="de-DE">
              <a:latin typeface="Tahoma" panose="020B0604030504040204" pitchFamily="34" charset="0"/>
              <a:ea typeface="Tahoma" panose="020B0604030504040204" pitchFamily="34" charset="0"/>
              <a:cs typeface="Tahoma" panose="020B0604030504040204" pitchFamily="34" charset="0"/>
            </a:endParaRPr>
          </a:p>
        </p:txBody>
      </p:sp>
      <p:sp>
        <p:nvSpPr>
          <p:cNvPr id="16" name="Text 14"/>
          <p:cNvSpPr/>
          <p:nvPr/>
        </p:nvSpPr>
        <p:spPr>
          <a:xfrm>
            <a:off x="941166" y="5308898"/>
            <a:ext cx="2531801" cy="306288"/>
          </a:xfrm>
          <a:prstGeom prst="rect">
            <a:avLst/>
          </a:prstGeom>
          <a:noFill/>
          <a:ln/>
        </p:spPr>
        <p:txBody>
          <a:bodyPr wrap="none" lIns="0" tIns="0" rIns="0" bIns="0" rtlCol="0" anchor="t"/>
          <a:lstStyle/>
          <a:p>
            <a:pPr marL="0" indent="0" algn="l">
              <a:lnSpc>
                <a:spcPct val="104000"/>
              </a:lnSpc>
              <a:buNone/>
            </a:pPr>
            <a:r>
              <a:rPr lang="en-US" sz="1900" dirty="0">
                <a:solidFill>
                  <a:srgbClr val="E2E6E9"/>
                </a:solidFill>
                <a:latin typeface="Tahoma" panose="020B0604030504040204" pitchFamily="34" charset="0"/>
                <a:ea typeface="Tahoma" panose="020B0604030504040204" pitchFamily="34" charset="0"/>
                <a:cs typeface="Tahoma" panose="020B0604030504040204" pitchFamily="34" charset="0"/>
              </a:rPr>
              <a:t>Kontakt &amp; Repository</a:t>
            </a:r>
            <a:endParaRPr lang="en-US" sz="1900" dirty="0">
              <a:latin typeface="Tahoma" panose="020B0604030504040204" pitchFamily="34" charset="0"/>
              <a:ea typeface="Tahoma" panose="020B0604030504040204" pitchFamily="34" charset="0"/>
              <a:cs typeface="Tahoma" panose="020B0604030504040204" pitchFamily="34" charset="0"/>
            </a:endParaRPr>
          </a:p>
        </p:txBody>
      </p:sp>
      <p:sp>
        <p:nvSpPr>
          <p:cNvPr id="17" name="Text 15"/>
          <p:cNvSpPr/>
          <p:nvPr/>
        </p:nvSpPr>
        <p:spPr>
          <a:xfrm>
            <a:off x="941166" y="5727204"/>
            <a:ext cx="10309364" cy="306288"/>
          </a:xfrm>
          <a:prstGeom prst="rect">
            <a:avLst/>
          </a:prstGeom>
          <a:noFill/>
          <a:ln/>
        </p:spPr>
        <p:txBody>
          <a:bodyPr wrap="none" lIns="0" tIns="0" rIns="0" bIns="0" rtlCol="0" anchor="t"/>
          <a:lstStyle/>
          <a:p>
            <a:pPr marL="0" indent="0" algn="l">
              <a:lnSpc>
                <a:spcPct val="130000"/>
              </a:lnSpc>
              <a:buNone/>
            </a:pPr>
            <a:r>
              <a:rPr lang="en-US" sz="1500" dirty="0">
                <a:solidFill>
                  <a:srgbClr val="E2E6E9"/>
                </a:solidFill>
                <a:latin typeface="Tahoma" panose="020B0604030504040204" pitchFamily="34" charset="0"/>
                <a:ea typeface="Tahoma" panose="020B0604030504040204" pitchFamily="34" charset="0"/>
                <a:cs typeface="Tahoma" panose="020B0604030504040204" pitchFamily="34" charset="0"/>
              </a:rPr>
              <a:t>Kontaktinformationen, Projektseite oder Link zum Repository für weitere Informationen und Feedback.</a:t>
            </a:r>
            <a:endParaRPr lang="en-US" sz="1500" dirty="0">
              <a:latin typeface="Tahoma" panose="020B0604030504040204" pitchFamily="34" charset="0"/>
              <a:ea typeface="Tahoma" panose="020B0604030504040204" pitchFamily="34" charset="0"/>
              <a:cs typeface="Tahoma" panose="020B0604030504040204" pitchFamily="34" charset="0"/>
            </a:endParaRPr>
          </a:p>
        </p:txBody>
      </p:sp>
    </p:spTree>
  </p:cSld>
  <p:clrMapOvr>
    <a:masterClrMapping/>
  </p:clrMapOvr>
</p:sld>
</file>

<file path=ppt/theme/theme1.xml><?xml version="1.0" encoding="utf-8"?>
<a:theme xmlns:a="http://schemas.openxmlformats.org/drawingml/2006/main" name="Parcel">
  <a:themeElements>
    <a:clrScheme name="Parcel">
      <a:dk1>
        <a:srgbClr val="000000"/>
      </a:dk1>
      <a:lt1>
        <a:srgbClr val="FFFFFF"/>
      </a:lt1>
      <a:dk2>
        <a:srgbClr val="4A5356"/>
      </a:dk2>
      <a:lt2>
        <a:srgbClr val="E8E3CE"/>
      </a:lt2>
      <a:accent1>
        <a:srgbClr val="F6A21D"/>
      </a:accent1>
      <a:accent2>
        <a:srgbClr val="9BAFB5"/>
      </a:accent2>
      <a:accent3>
        <a:srgbClr val="C96731"/>
      </a:accent3>
      <a:accent4>
        <a:srgbClr val="9CA383"/>
      </a:accent4>
      <a:accent5>
        <a:srgbClr val="87795D"/>
      </a:accent5>
      <a:accent6>
        <a:srgbClr val="A0988C"/>
      </a:accent6>
      <a:hlink>
        <a:srgbClr val="00B0F0"/>
      </a:hlink>
      <a:folHlink>
        <a:srgbClr val="738F97"/>
      </a:folHlink>
    </a:clrScheme>
    <a:fontScheme name="Parcel">
      <a:majorFont>
        <a:latin typeface="Gill Sans MT" panose="020B0502020104020203"/>
        <a:ea typeface=""/>
        <a:cs typeface=""/>
        <a:font script="Grek" typeface="Corbel"/>
        <a:font script="Cyrl" typeface="Corbel"/>
        <a:font script="Jpan" typeface="HGｺﾞｼｯｸE"/>
        <a:font script="Hang" typeface="휴먼매직체"/>
        <a:font script="Hans" typeface="华文中宋"/>
        <a:font script="Hant" typeface="微軟正黑體"/>
        <a:font script="Arab" typeface="Majalla U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Gill Sans MT" panose="020B0502020104020203"/>
        <a:ea typeface=""/>
        <a:cs typeface=""/>
        <a:font script="Grek" typeface="Corbel"/>
        <a:font script="Cyrl" typeface="Corbel"/>
        <a:font script="Jpan" typeface="HGｺﾞｼｯｸE"/>
        <a:font script="Hang" typeface="휴먼매직체"/>
        <a:font script="Hans" typeface="华文中宋"/>
        <a:font script="Hant" typeface="微軟正黑體"/>
        <a:font script="Arab" typeface="Majalla U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Parcel">
      <a:fillStyleLst>
        <a:solidFill>
          <a:schemeClr val="phClr"/>
        </a:solidFill>
        <a:gradFill rotWithShape="1">
          <a:gsLst>
            <a:gs pos="0">
              <a:schemeClr val="phClr">
                <a:tint val="80000"/>
                <a:satMod val="107000"/>
                <a:lumMod val="103000"/>
              </a:schemeClr>
            </a:gs>
            <a:gs pos="100000">
              <a:schemeClr val="phClr">
                <a:tint val="82000"/>
                <a:satMod val="109000"/>
                <a:lumMod val="103000"/>
              </a:schemeClr>
            </a:gs>
          </a:gsLst>
          <a:lin ang="5400000" scaled="0"/>
        </a:gradFill>
        <a:gradFill rotWithShape="1">
          <a:gsLst>
            <a:gs pos="0">
              <a:schemeClr val="phClr">
                <a:tint val="97000"/>
                <a:satMod val="100000"/>
                <a:lumMod val="102000"/>
              </a:schemeClr>
            </a:gs>
            <a:gs pos="50000">
              <a:schemeClr val="phClr">
                <a:shade val="100000"/>
                <a:satMod val="103000"/>
                <a:lumMod val="100000"/>
              </a:schemeClr>
            </a:gs>
            <a:gs pos="100000">
              <a:schemeClr val="phClr">
                <a:shade val="93000"/>
                <a:satMod val="110000"/>
                <a:lumMod val="99000"/>
              </a:schemeClr>
            </a:gs>
          </a:gsLst>
          <a:lin ang="5400000" scaled="0"/>
        </a:gradFill>
      </a:fillStyleLst>
      <a:lnStyleLst>
        <a:ln w="6350" cap="flat" cmpd="sng" algn="ctr">
          <a:solidFill>
            <a:schemeClr val="phClr"/>
          </a:solidFill>
          <a:prstDash val="solid"/>
        </a:ln>
        <a:ln w="12700" cap="flat" cmpd="sng" algn="ctr">
          <a:solidFill>
            <a:schemeClr val="phClr"/>
          </a:solidFill>
          <a:prstDash val="solid"/>
        </a:ln>
        <a:ln w="31750" cap="flat" cmpd="sng" algn="ctr">
          <a:solidFill>
            <a:schemeClr val="phClr"/>
          </a:solidFill>
          <a:prstDash val="solid"/>
        </a:ln>
      </a:lnStyleLst>
      <a:effectStyleLst>
        <a:effectStyle>
          <a:effectLst/>
        </a:effectStyle>
        <a:effectStyle>
          <a:effectLst/>
        </a:effectStyle>
        <a:effectStyle>
          <a:effectLst>
            <a:outerShdw blurRad="55880" dist="15240" dir="5400000" algn="ctr" rotWithShape="0">
              <a:srgbClr val="000000">
                <a:alpha val="45000"/>
              </a:srgbClr>
            </a:outerShdw>
          </a:effectLst>
          <a:scene3d>
            <a:camera prst="orthographicFront">
              <a:rot lat="0" lon="0" rev="0"/>
            </a:camera>
            <a:lightRig rig="brightRoom" dir="tl"/>
          </a:scene3d>
          <a:sp3d prstMaterial="dkEdge">
            <a:bevelT w="0" h="0"/>
          </a:sp3d>
        </a:effectStyle>
      </a:effectStyleLst>
      <a:bgFillStyleLst>
        <a:solidFill>
          <a:schemeClr val="phClr"/>
        </a:solidFill>
        <a:solidFill>
          <a:schemeClr val="phClr">
            <a:tint val="95000"/>
            <a:satMod val="170000"/>
          </a:schemeClr>
        </a:solidFill>
        <a:gradFill rotWithShape="1">
          <a:gsLst>
            <a:gs pos="0">
              <a:schemeClr val="phClr">
                <a:tint val="97000"/>
                <a:shade val="100000"/>
                <a:satMod val="185000"/>
                <a:lumMod val="120000"/>
              </a:schemeClr>
            </a:gs>
            <a:gs pos="100000">
              <a:schemeClr val="phClr">
                <a:tint val="96000"/>
                <a:shade val="95000"/>
                <a:satMod val="215000"/>
                <a:lumMod val="80000"/>
              </a:schemeClr>
            </a:gs>
          </a:gsLst>
          <a:path path="circle">
            <a:fillToRect l="50000" t="55000" r="125000" b="100000"/>
          </a:path>
        </a:gradFill>
      </a:bgFillStyleLst>
    </a:fmtScheme>
  </a:themeElements>
  <a:objectDefaults/>
  <a:extraClrSchemeLst/>
  <a:extLst>
    <a:ext uri="{05A4C25C-085E-4340-85A3-A5531E510DB2}">
      <thm15:themeFamily xmlns:thm15="http://schemas.microsoft.com/office/thememl/2012/main" name="Parcel" id="{8BEC4385-4EB9-4D53-BFB5-0EA123736B6D}" vid="{4DB32801-28C0-48B0-8C1D-A9A58613615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TM10001115[[fn=Parcel]]</Template>
  <TotalTime>0</TotalTime>
  <Words>1098</Words>
  <Application>Microsoft Office PowerPoint</Application>
  <PresentationFormat>Breitbild</PresentationFormat>
  <Paragraphs>92</Paragraphs>
  <Slides>8</Slides>
  <Notes>6</Notes>
  <HiddenSlides>0</HiddenSlides>
  <MMClips>3</MMClips>
  <ScaleCrop>false</ScaleCrop>
  <HeadingPairs>
    <vt:vector size="6" baseType="variant">
      <vt:variant>
        <vt:lpstr>Verwendete Schriftarten</vt:lpstr>
      </vt:variant>
      <vt:variant>
        <vt:i4>4</vt:i4>
      </vt:variant>
      <vt:variant>
        <vt:lpstr>Design</vt:lpstr>
      </vt:variant>
      <vt:variant>
        <vt:i4>1</vt:i4>
      </vt:variant>
      <vt:variant>
        <vt:lpstr>Folientitel</vt:lpstr>
      </vt:variant>
      <vt:variant>
        <vt:i4>8</vt:i4>
      </vt:variant>
    </vt:vector>
  </HeadingPairs>
  <TitlesOfParts>
    <vt:vector size="13" baseType="lpstr">
      <vt:lpstr>Arial</vt:lpstr>
      <vt:lpstr>Tahoma</vt:lpstr>
      <vt:lpstr>Aptos</vt:lpstr>
      <vt:lpstr>Gill Sans MT</vt:lpstr>
      <vt:lpstr>Parcel</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PowerPoint-Präsentation</dc:title>
  <dc:subject/>
  <dc:creator/>
  <cp:lastModifiedBy>Mika Sprenger</cp:lastModifiedBy>
  <cp:revision>10</cp:revision>
  <dcterms:created xsi:type="dcterms:W3CDTF">2026-07-01T06:48:15Z</dcterms:created>
  <dcterms:modified xsi:type="dcterms:W3CDTF">2026-09-15T06:58:28Z</dcterms:modified>
</cp:coreProperties>
</file>