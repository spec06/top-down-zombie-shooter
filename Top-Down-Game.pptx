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12192000"/>
  <p:embeddedFontLst>
    <p:embeddedFont>
      <p:font typeface="Gill Sans MT" panose="020B0502020104020203" pitchFamily="34" charset="0"/>
      <p:regular r:id="rId9"/>
      <p:bold r:id="rId10"/>
      <p:italic r:id="rId11"/>
      <p:boldItalic r:id="rId12"/>
    </p:embeddedFont>
    <p:embeddedFont>
      <p:font typeface="Merriweather" panose="020F0502020204030204" pitchFamily="2" charset="0"/>
      <p:regular r:id="rId13"/>
    </p:embeddedFont>
    <p:embeddedFont>
      <p:font typeface="Merriweather 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1E55-9557-3DD6-418F-F301A0B6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F8098-5C83-AFDA-48EE-15767D54A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4D61A-6868-7BF7-3CA3-07F697C9A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7CE66-67AE-3506-5932-7D1B52A10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50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93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219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01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48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654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384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614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053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980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862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726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76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48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0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965" y="1650107"/>
            <a:ext cx="5751765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Down Game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734203" y="2375098"/>
            <a:ext cx="4723290" cy="514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Von Mika und Andre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9814" y="3197721"/>
            <a:ext cx="10752067" cy="201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Datum des Projekts: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2026</a:t>
            </a:r>
            <a:endParaRPr lang="en-US" sz="1600" dirty="0"/>
          </a:p>
          <a:p>
            <a:pPr marL="0" indent="0" algn="ctr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 2D-Rollenspiel mit Echtzeit-Kampfsystem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Projektdauer: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Mehrere Wochen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Ziele: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Ein spielbares Prototyp-Erlebnis mit Charaktersteuerung, Kampf und Erkundung entwickeln.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5015"/>
            <a:ext cx="4405897" cy="47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Projektstrucktur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14" y="1201141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160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Womit arbeiten wir?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9814" y="2087507"/>
            <a:ext cx="10752067" cy="125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Pygame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Numpy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Git Repository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 / Editor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Virtuelle Umgebung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GitHub 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32C2-5A6E-BEA0-5643-AAFBAC13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30DD108-C145-8E30-BC45-828E82943D7E}"/>
              </a:ext>
            </a:extLst>
          </p:cNvPr>
          <p:cNvSpPr/>
          <p:nvPr/>
        </p:nvSpPr>
        <p:spPr>
          <a:xfrm>
            <a:off x="719966" y="331617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160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Was brauchen wir im Spiel?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07D350-15B4-2146-E31F-AF2004A6DFFD}"/>
              </a:ext>
            </a:extLst>
          </p:cNvPr>
          <p:cNvSpPr/>
          <p:nvPr/>
        </p:nvSpPr>
        <p:spPr>
          <a:xfrm>
            <a:off x="719966" y="919157"/>
            <a:ext cx="10752067" cy="3306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Hud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Spieler/Gegner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Bewegungen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Karten/Maps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Angriffe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Menüsystem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7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Levelsystem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8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Inventar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B441FB-3E4E-801D-68F0-4AB526B341D2}"/>
              </a:ext>
            </a:extLst>
          </p:cNvPr>
          <p:cNvSpPr/>
          <p:nvPr/>
        </p:nvSpPr>
        <p:spPr>
          <a:xfrm>
            <a:off x="719966" y="4601724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160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Projektmanagement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E249F1-D772-F522-4631-B5D35B005350}"/>
              </a:ext>
            </a:extLst>
          </p:cNvPr>
          <p:cNvSpPr/>
          <p:nvPr/>
        </p:nvSpPr>
        <p:spPr>
          <a:xfrm>
            <a:off x="719966" y="5059186"/>
            <a:ext cx="10752067" cy="1298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Meilensteine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Zeitplan</a:t>
            </a:r>
            <a:endParaRPr lang="en-US" sz="2400" dirty="0"/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Rollen und Verantwortlichkeiten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15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0330"/>
            <a:ext cx="369084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Implementierung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14" y="1113135"/>
            <a:ext cx="10752067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Zugeweisene Funktionen Coden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Verbinden der Funktionen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Bug fixing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748135"/>
            <a:ext cx="3946327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Detaillierte Schritte für die Codierung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19814" y="2089845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Klassenstruktur definieren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Kollisionserkennung implementieren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Rendering-System aufbauen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Spielobjekte und Zustände sauber organisieren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9814" y="2908201"/>
            <a:ext cx="2949204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Verbinden der Funktionen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9814" y="3249910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Spielerbewegung mit Eingaben verknüpfen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Angriffe mit Gegner-Logik verbinden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Hud mit Spielstatus synchronisieren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Karten- und Map-Wechsel integrieren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9814" y="4068266"/>
            <a:ext cx="245828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Bug fixing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9814" y="4409976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Einzelne Funktionen isoliert testen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Integrationstests für Spielabläufe durchführen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Fehler mit Logging und Debug-Ausgaben analysieren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Randfälle und Performance-Probleme prüfen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9814" y="5228332"/>
            <a:ext cx="332751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Review und Optimierung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9814" y="5570041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auf Lesbarkeit und Struktur prüfen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Duplikate entfernen und Funktionen vereinfachen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 und Speicherverbrauch optimieren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Feedback aus dem Review umsetzen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33673"/>
            <a:ext cx="5751765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Dokumentierung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814" y="2187773"/>
            <a:ext cx="10752067" cy="353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Vor jedem bearbeiten Pullen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Nach jedem bearbeiten Pushen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Eigenes Dokument für Änderungen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Spezifische Commit-Message-Konventionen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Dokumentation von Code-Änderungen (Docstrings, Kommentare)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Erstellung von README und technischer Dokumentation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Versionskontrolle und Release-Notes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Fehlertracking und Changelog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Team-Kommunikation und Meetings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3052"/>
            <a:ext cx="5510670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Ende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19814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47754" y="1810741"/>
            <a:ext cx="2291994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Zusammenfassung der Projektziele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41166" y="2841625"/>
            <a:ext cx="2105171" cy="15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Kurzer Rückblick auf das, was das Projekt erreichen sollte und welche Ergebnisse erzielt wurden.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54512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75864" y="1810742"/>
            <a:ext cx="2105171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Nächste Schritte und mögliche Erweiterungen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75864" y="2841625"/>
            <a:ext cx="2105171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Ideen für die Weiterentwicklung, zusätzliche Funktionen und sinnvolle Ausbaustufen.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9210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10562" y="1810742"/>
            <a:ext cx="210517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Lessons Learned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10562" y="2229048"/>
            <a:ext cx="2105171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Die wichtigsten Erkenntnisse aus Umsetzung, Zusammenarbeit und technischer Entwicklung.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23908" y="1589385"/>
            <a:ext cx="2547973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145259" y="1810742"/>
            <a:ext cx="210527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Danksagungen und Credits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5259" y="2535337"/>
            <a:ext cx="2105270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Dank an alle Mitwirkenden, Unterstützerinnen und Unterstützer sowie verwendete Ressourcen.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9814" y="5087541"/>
            <a:ext cx="10752067" cy="1167309"/>
          </a:xfrm>
          <a:prstGeom prst="roundRect">
            <a:avLst>
              <a:gd name="adj" fmla="val 7054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41166" y="5308898"/>
            <a:ext cx="253180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Kontakt &amp; Repository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41166" y="5727204"/>
            <a:ext cx="10309364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Kontaktinformationen, Projektseite oder Link zum Repository für weitere Informationen und Feedback.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284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Merriweather Bold</vt:lpstr>
      <vt:lpstr>Arial</vt:lpstr>
      <vt:lpstr>Merriweather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Mika Sprenger</cp:lastModifiedBy>
  <cp:revision>2</cp:revision>
  <dcterms:created xsi:type="dcterms:W3CDTF">2026-07-01T06:48:15Z</dcterms:created>
  <dcterms:modified xsi:type="dcterms:W3CDTF">2026-07-01T06:52:16Z</dcterms:modified>
</cp:coreProperties>
</file>